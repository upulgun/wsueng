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4" r:id="rId8"/>
    <p:sldId id="296" r:id="rId9"/>
    <p:sldId id="302" r:id="rId10"/>
    <p:sldId id="305" r:id="rId11"/>
    <p:sldId id="306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F4FEDD86-8C3D-4E06-BFCB-8CE7E5268C19}"/>
    <pc:docChg chg="modSld">
      <pc:chgData name="Upul Gunawardana" userId="d78f31a5-8ae7-4659-910b-ce777cc612cd" providerId="ADAL" clId="{F4FEDD86-8C3D-4E06-BFCB-8CE7E5268C19}" dt="2022-05-19T15:28:55.324" v="13" actId="20577"/>
      <pc:docMkLst>
        <pc:docMk/>
      </pc:docMkLst>
      <pc:sldChg chg="modSp mod">
        <pc:chgData name="Upul Gunawardana" userId="d78f31a5-8ae7-4659-910b-ce777cc612cd" providerId="ADAL" clId="{F4FEDD86-8C3D-4E06-BFCB-8CE7E5268C19}" dt="2022-05-19T15:28:55.324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F4FEDD86-8C3D-4E06-BFCB-8CE7E5268C19}" dt="2022-05-19T15:28:55.324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Introduction to Functions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Programming &amp; Functions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002E876-DB4D-4BFC-B125-8EE6B76576B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Modular programming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 Break a program up into smaller, manageable functions or modules.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Function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 A collection of statements to perform a task.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Motivation for modular programming: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Improves maintainability of programs.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Simplifies the process of 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writing programs.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0601sowc copy">
            <a:extLst>
              <a:ext uri="{FF2B5EF4-FFF2-40B4-BE49-F238E27FC236}">
                <a16:creationId xmlns:a16="http://schemas.microsoft.com/office/drawing/2014/main" id="{0585C2D0-E9B8-4E98-AA49-4CB583D16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39688"/>
            <a:ext cx="6906632" cy="615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297976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&amp; Calling Functions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C2309D1-EE85-4591-919D-3745B54CEF6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05000"/>
            <a:ext cx="8305800" cy="3732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u="sng" dirty="0">
                <a:latin typeface="Arial" charset="0"/>
                <a:ea typeface="ヒラギノ角ゴ Pro W3" charset="0"/>
                <a:cs typeface="Arial" charset="0"/>
              </a:rPr>
              <a:t>Function call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: A statement that causes a function to execute.</a:t>
            </a:r>
            <a:endParaRPr lang="en-US" u="sng" dirty="0">
              <a:latin typeface="Arial" charset="0"/>
              <a:ea typeface="ヒラギノ角ゴ Pro W3" charset="0"/>
              <a:cs typeface="Arial" charset="0"/>
            </a:endParaRPr>
          </a:p>
          <a:p>
            <a:pPr algn="just">
              <a:spcBef>
                <a:spcPct val="50000"/>
              </a:spcBef>
            </a:pPr>
            <a:r>
              <a:rPr lang="en-US" u="sng" dirty="0">
                <a:latin typeface="Arial" charset="0"/>
                <a:ea typeface="ヒラギノ角ゴ Pro W3" charset="0"/>
                <a:cs typeface="Arial" charset="0"/>
              </a:rPr>
              <a:t>Function definition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: Statements that make up a function.</a:t>
            </a:r>
          </a:p>
          <a:p>
            <a:pPr algn="just">
              <a:buFont typeface="Times" charset="0"/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endParaRPr lang="en-US" u="sng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Definition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B70748C-C29A-4E09-B173-3A5D31354F5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76400"/>
            <a:ext cx="7783513" cy="390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Definition includes:</a:t>
            </a:r>
          </a:p>
          <a:p>
            <a:pPr lvl="1" algn="just"/>
            <a:r>
              <a:rPr lang="en-US" sz="2400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Name:</a:t>
            </a:r>
            <a:r>
              <a:rPr lang="en-US" sz="2400" dirty="0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Function names follow same rules as variables.</a:t>
            </a:r>
          </a:p>
          <a:p>
            <a:pPr lvl="1" algn="just"/>
            <a:r>
              <a:rPr lang="en-US" sz="2400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Parameter list: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Variables containing values passed to the function.</a:t>
            </a:r>
          </a:p>
          <a:p>
            <a:pPr lvl="1" algn="just"/>
            <a:r>
              <a:rPr lang="en-US" sz="2200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Body: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200" dirty="0">
                <a:latin typeface="Arial" charset="0"/>
                <a:ea typeface="ヒラギノ角ゴ Pro W3" charset="0"/>
                <a:cs typeface="Arial" charset="0"/>
              </a:rPr>
              <a:t>Statements that perform the function’s task, enclosed in </a:t>
            </a:r>
            <a:r>
              <a:rPr lang="en-US" sz="2200" dirty="0">
                <a:latin typeface="Courier New" charset="0"/>
                <a:ea typeface="ヒラギノ角ゴ Pro W3" charset="0"/>
                <a:cs typeface="Arial" charset="0"/>
              </a:rPr>
              <a:t>{}.</a:t>
            </a:r>
          </a:p>
          <a:p>
            <a:pPr lvl="1" algn="just"/>
            <a:r>
              <a:rPr lang="en-US" sz="2200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Return type: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200" dirty="0">
                <a:latin typeface="Arial" charset="0"/>
                <a:ea typeface="ヒラギノ角ゴ Pro W3" charset="0"/>
                <a:cs typeface="Arial" charset="0"/>
              </a:rPr>
              <a:t>Data type of the value that function returns to the part of the program that called it.</a:t>
            </a:r>
          </a:p>
          <a:p>
            <a:pPr lvl="1" algn="just"/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main() Function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8" name="Picture 3" descr="0602sowc copy">
            <a:extLst>
              <a:ext uri="{FF2B5EF4-FFF2-40B4-BE49-F238E27FC236}">
                <a16:creationId xmlns:a16="http://schemas.microsoft.com/office/drawing/2014/main" id="{4E49CF73-8408-42E4-820F-C0569BE11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55888"/>
            <a:ext cx="8288849" cy="35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0836B1CC-DE7F-49B2-8D42-7DFA4226D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89525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Note: The line that reads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Courier New" charset="0"/>
              </a:rPr>
              <a:t>int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</a:rPr>
              <a:t> main()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is the 	function header.</a:t>
            </a: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Return Type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8FFC19C-7BA9-409F-9D50-E03DEF9A168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12777"/>
            <a:ext cx="8088313" cy="4824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If a function returns a value, the type of the value must be indicated: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int main()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  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	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“Hello World!\n";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return 0;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}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If a function does not return a value, its return type is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void main()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{	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“Hello World!\n";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}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https://cplusplus.com/doc/tutorial/functions/</a:t>
            </a:r>
            <a:endParaRPr lang="en-AU" sz="2400" dirty="0"/>
          </a:p>
          <a:p>
            <a:r>
              <a:rPr lang="en-AU" sz="2400" dirty="0"/>
              <a:t>[2] 	learncpp.com: 2.1 – Introduction to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https://www.learncpp.com/cpp-tutorial/introduction-to-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functions/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D30F03-1396-4EDF-9830-0007F65838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F095DC4-45E2-4ADA-A348-65BDF5877A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C90EBB-F25E-424F-A1AC-9F2C9B3EC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27747</TotalTime>
  <Words>304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Introduction to Functions</vt:lpstr>
      <vt:lpstr>Modular Programming &amp; Functions</vt:lpstr>
      <vt:lpstr>PowerPoint Presentation</vt:lpstr>
      <vt:lpstr>Defining &amp; Calling Functions</vt:lpstr>
      <vt:lpstr>Function Definition</vt:lpstr>
      <vt:lpstr>main() Function</vt:lpstr>
      <vt:lpstr>Function Return Type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Introduction to Functions</dc:title>
  <dc:creator>Ram Singh</dc:creator>
  <cp:lastModifiedBy>Upul Gunawardana</cp:lastModifiedBy>
  <cp:revision>628</cp:revision>
  <dcterms:created xsi:type="dcterms:W3CDTF">2018-02-26T21:48:17Z</dcterms:created>
  <dcterms:modified xsi:type="dcterms:W3CDTF">2022-05-19T15:28:55Z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