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04" r:id="rId8"/>
    <p:sldId id="296" r:id="rId9"/>
    <p:sldId id="302" r:id="rId10"/>
    <p:sldId id="305" r:id="rId11"/>
    <p:sldId id="306" r:id="rId12"/>
    <p:sldId id="292" r:id="rId13"/>
    <p:sldId id="369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43"/>
    <p:sldId id="337" r:id="rId44"/>
    <p:sldId id="338" r:id="rId45"/>
    <p:sldId id="339" r:id="rId46"/>
    <p:sldId id="340" r:id="rId47"/>
    <p:sldId id="341" r:id="rId48"/>
    <p:sldId id="342" r:id="rId49"/>
    <p:sldId id="343" r:id="rId50"/>
    <p:sldId id="344" r:id="rId51"/>
    <p:sldId id="345" r:id="rId52"/>
    <p:sldId id="346" r:id="rId53"/>
    <p:sldId id="347" r:id="rId54"/>
    <p:sldId id="348" r:id="rId55"/>
    <p:sldId id="349" r:id="rId56"/>
    <p:sldId id="350" r:id="rId57"/>
    <p:sldId id="351" r:id="rId58"/>
    <p:sldId id="352" r:id="rId59"/>
    <p:sldId id="353" r:id="rId60"/>
    <p:sldId id="354" r:id="rId61"/>
    <p:sldId id="355" r:id="rId62"/>
    <p:sldId id="356" r:id="rId63"/>
    <p:sldId id="357" r:id="rId64"/>
    <p:sldId id="358" r:id="rId65"/>
    <p:sldId id="359" r:id="rId66"/>
    <p:sldId id="360" r:id="rId67"/>
    <p:sldId id="361" r:id="rId68"/>
    <p:sldId id="362" r:id="rId69"/>
    <p:sldId id="363" r:id="rId70"/>
    <p:sldId id="364" r:id="rId71"/>
    <p:sldId id="365" r:id="rId72"/>
    <p:sldId id="366" r:id="rId73"/>
    <p:sldId id="367" r:id="rId74"/>
    <p:sldId id="368" r:id="rId7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C9139E-2EA0-4A63-A3D1-DB0E167BC2D2}" v="37" dt="2023-03-09T13:19:07.0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78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presProps" Target="presProp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5CC9139E-2EA0-4A63-A3D1-DB0E167BC2D2}"/>
    <pc:docChg chg="custSel addSld delSld modSld">
      <pc:chgData name="Upul Gunawardana" userId="d78f31a5-8ae7-4659-910b-ce777cc612cd" providerId="ADAL" clId="{5CC9139E-2EA0-4A63-A3D1-DB0E167BC2D2}" dt="2023-05-23T06:09:22.241" v="93" actId="478"/>
      <pc:docMkLst>
        <pc:docMk/>
      </pc:docMkLst>
      <pc:sldChg chg="modSp del mod setBg modClrScheme chgLayout">
        <pc:chgData name="Upul Gunawardana" userId="d78f31a5-8ae7-4659-910b-ce777cc612cd" providerId="ADAL" clId="{5CC9139E-2EA0-4A63-A3D1-DB0E167BC2D2}" dt="2023-03-09T13:19:25.472" v="48" actId="47"/>
        <pc:sldMkLst>
          <pc:docMk/>
          <pc:sldMk cId="3107466531" sldId="307"/>
        </pc:sldMkLst>
        <pc:spChg chg="mod ord">
          <ac:chgData name="Upul Gunawardana" userId="d78f31a5-8ae7-4659-910b-ce777cc612cd" providerId="ADAL" clId="{5CC9139E-2EA0-4A63-A3D1-DB0E167BC2D2}" dt="2023-03-09T13:17:43.233" v="4" actId="700"/>
          <ac:spMkLst>
            <pc:docMk/>
            <pc:sldMk cId="3107466531" sldId="307"/>
            <ac:spMk id="2" creationId="{00000000-0000-0000-0000-000000000000}"/>
          </ac:spMkLst>
        </pc:spChg>
      </pc:sldChg>
      <pc:sldChg chg="modSp mod modClrScheme chgLayout">
        <pc:chgData name="Upul Gunawardana" userId="d78f31a5-8ae7-4659-910b-ce777cc612cd" providerId="ADAL" clId="{5CC9139E-2EA0-4A63-A3D1-DB0E167BC2D2}" dt="2023-03-09T13:22:00.979" v="67" actId="1076"/>
        <pc:sldMkLst>
          <pc:docMk/>
          <pc:sldMk cId="2476482227" sldId="313"/>
        </pc:sldMkLst>
        <pc:spChg chg="mod ord">
          <ac:chgData name="Upul Gunawardana" userId="d78f31a5-8ae7-4659-910b-ce777cc612cd" providerId="ADAL" clId="{5CC9139E-2EA0-4A63-A3D1-DB0E167BC2D2}" dt="2023-03-09T13:22:00.979" v="67" actId="1076"/>
          <ac:spMkLst>
            <pc:docMk/>
            <pc:sldMk cId="2476482227" sldId="313"/>
            <ac:spMk id="2" creationId="{00000000-0000-0000-0000-000000000000}"/>
          </ac:spMkLst>
        </pc:spChg>
        <pc:spChg chg="mod">
          <ac:chgData name="Upul Gunawardana" userId="d78f31a5-8ae7-4659-910b-ce777cc612cd" providerId="ADAL" clId="{5CC9139E-2EA0-4A63-A3D1-DB0E167BC2D2}" dt="2023-03-09T13:21:56.786" v="66" actId="14100"/>
          <ac:spMkLst>
            <pc:docMk/>
            <pc:sldMk cId="2476482227" sldId="313"/>
            <ac:spMk id="9" creationId="{00000000-0000-0000-0000-000000000000}"/>
          </ac:spMkLst>
        </pc:spChg>
      </pc:sldChg>
      <pc:sldChg chg="modSp mod modClrScheme chgLayout">
        <pc:chgData name="Upul Gunawardana" userId="d78f31a5-8ae7-4659-910b-ce777cc612cd" providerId="ADAL" clId="{5CC9139E-2EA0-4A63-A3D1-DB0E167BC2D2}" dt="2023-03-09T13:22:36.139" v="71" actId="1076"/>
        <pc:sldMkLst>
          <pc:docMk/>
          <pc:sldMk cId="718722400" sldId="320"/>
        </pc:sldMkLst>
        <pc:spChg chg="mod ord">
          <ac:chgData name="Upul Gunawardana" userId="d78f31a5-8ae7-4659-910b-ce777cc612cd" providerId="ADAL" clId="{5CC9139E-2EA0-4A63-A3D1-DB0E167BC2D2}" dt="2023-03-09T13:22:29.606" v="70" actId="14100"/>
          <ac:spMkLst>
            <pc:docMk/>
            <pc:sldMk cId="718722400" sldId="320"/>
            <ac:spMk id="2" creationId="{00000000-0000-0000-0000-000000000000}"/>
          </ac:spMkLst>
        </pc:spChg>
        <pc:spChg chg="mod">
          <ac:chgData name="Upul Gunawardana" userId="d78f31a5-8ae7-4659-910b-ce777cc612cd" providerId="ADAL" clId="{5CC9139E-2EA0-4A63-A3D1-DB0E167BC2D2}" dt="2023-03-09T13:22:36.139" v="71" actId="1076"/>
          <ac:spMkLst>
            <pc:docMk/>
            <pc:sldMk cId="718722400" sldId="320"/>
            <ac:spMk id="9" creationId="{00000000-0000-0000-0000-000000000000}"/>
          </ac:spMkLst>
        </pc:spChg>
      </pc:sldChg>
      <pc:sldChg chg="delSp mod">
        <pc:chgData name="Upul Gunawardana" userId="d78f31a5-8ae7-4659-910b-ce777cc612cd" providerId="ADAL" clId="{5CC9139E-2EA0-4A63-A3D1-DB0E167BC2D2}" dt="2023-05-23T06:09:22.241" v="93" actId="478"/>
        <pc:sldMkLst>
          <pc:docMk/>
          <pc:sldMk cId="3811630746" sldId="326"/>
        </pc:sldMkLst>
        <pc:inkChg chg="del">
          <ac:chgData name="Upul Gunawardana" userId="d78f31a5-8ae7-4659-910b-ce777cc612cd" providerId="ADAL" clId="{5CC9139E-2EA0-4A63-A3D1-DB0E167BC2D2}" dt="2023-05-23T06:09:22.241" v="93" actId="478"/>
          <ac:inkMkLst>
            <pc:docMk/>
            <pc:sldMk cId="3811630746" sldId="326"/>
            <ac:inkMk id="2" creationId="{5439F74B-8C9A-4986-A161-FED3860A83C3}"/>
          </ac:inkMkLst>
        </pc:inkChg>
      </pc:sldChg>
      <pc:sldChg chg="modSp mod modClrScheme chgLayout">
        <pc:chgData name="Upul Gunawardana" userId="d78f31a5-8ae7-4659-910b-ce777cc612cd" providerId="ADAL" clId="{5CC9139E-2EA0-4A63-A3D1-DB0E167BC2D2}" dt="2023-03-09T13:23:00.822" v="75" actId="14100"/>
        <pc:sldMkLst>
          <pc:docMk/>
          <pc:sldMk cId="1857179302" sldId="330"/>
        </pc:sldMkLst>
        <pc:spChg chg="mod ord">
          <ac:chgData name="Upul Gunawardana" userId="d78f31a5-8ae7-4659-910b-ce777cc612cd" providerId="ADAL" clId="{5CC9139E-2EA0-4A63-A3D1-DB0E167BC2D2}" dt="2023-03-09T13:22:56.299" v="74" actId="14100"/>
          <ac:spMkLst>
            <pc:docMk/>
            <pc:sldMk cId="1857179302" sldId="330"/>
            <ac:spMk id="2" creationId="{00000000-0000-0000-0000-000000000000}"/>
          </ac:spMkLst>
        </pc:spChg>
        <pc:spChg chg="mod">
          <ac:chgData name="Upul Gunawardana" userId="d78f31a5-8ae7-4659-910b-ce777cc612cd" providerId="ADAL" clId="{5CC9139E-2EA0-4A63-A3D1-DB0E167BC2D2}" dt="2023-03-09T13:23:00.822" v="75" actId="14100"/>
          <ac:spMkLst>
            <pc:docMk/>
            <pc:sldMk cId="1857179302" sldId="330"/>
            <ac:spMk id="9" creationId="{00000000-0000-0000-0000-000000000000}"/>
          </ac:spMkLst>
        </pc:spChg>
      </pc:sldChg>
      <pc:sldChg chg="delSp mod">
        <pc:chgData name="Upul Gunawardana" userId="d78f31a5-8ae7-4659-910b-ce777cc612cd" providerId="ADAL" clId="{5CC9139E-2EA0-4A63-A3D1-DB0E167BC2D2}" dt="2023-05-22T14:10:30.474" v="91" actId="478"/>
        <pc:sldMkLst>
          <pc:docMk/>
          <pc:sldMk cId="3876193986" sldId="334"/>
        </pc:sldMkLst>
        <pc:inkChg chg="del">
          <ac:chgData name="Upul Gunawardana" userId="d78f31a5-8ae7-4659-910b-ce777cc612cd" providerId="ADAL" clId="{5CC9139E-2EA0-4A63-A3D1-DB0E167BC2D2}" dt="2023-05-22T14:10:30.474" v="91" actId="478"/>
          <ac:inkMkLst>
            <pc:docMk/>
            <pc:sldMk cId="3876193986" sldId="334"/>
            <ac:inkMk id="2" creationId="{7BF5D4CC-5295-4BD6-A2E4-8B86F1325E38}"/>
          </ac:inkMkLst>
        </pc:inkChg>
      </pc:sldChg>
      <pc:sldChg chg="delSp mod">
        <pc:chgData name="Upul Gunawardana" userId="d78f31a5-8ae7-4659-910b-ce777cc612cd" providerId="ADAL" clId="{5CC9139E-2EA0-4A63-A3D1-DB0E167BC2D2}" dt="2023-05-22T14:10:36.821" v="92" actId="478"/>
        <pc:sldMkLst>
          <pc:docMk/>
          <pc:sldMk cId="3823085806" sldId="338"/>
        </pc:sldMkLst>
        <pc:inkChg chg="del">
          <ac:chgData name="Upul Gunawardana" userId="d78f31a5-8ae7-4659-910b-ce777cc612cd" providerId="ADAL" clId="{5CC9139E-2EA0-4A63-A3D1-DB0E167BC2D2}" dt="2023-05-22T14:10:36.821" v="92" actId="478"/>
          <ac:inkMkLst>
            <pc:docMk/>
            <pc:sldMk cId="3823085806" sldId="338"/>
            <ac:inkMk id="3" creationId="{BC656B1F-CD64-4294-8E05-FA10DED018CB}"/>
          </ac:inkMkLst>
        </pc:inkChg>
      </pc:sldChg>
      <pc:sldChg chg="modSp mod modClrScheme chgLayout">
        <pc:chgData name="Upul Gunawardana" userId="d78f31a5-8ae7-4659-910b-ce777cc612cd" providerId="ADAL" clId="{5CC9139E-2EA0-4A63-A3D1-DB0E167BC2D2}" dt="2023-03-09T13:23:23.804" v="80" actId="1076"/>
        <pc:sldMkLst>
          <pc:docMk/>
          <pc:sldMk cId="3598505668" sldId="341"/>
        </pc:sldMkLst>
        <pc:spChg chg="mod ord">
          <ac:chgData name="Upul Gunawardana" userId="d78f31a5-8ae7-4659-910b-ce777cc612cd" providerId="ADAL" clId="{5CC9139E-2EA0-4A63-A3D1-DB0E167BC2D2}" dt="2023-03-09T13:23:23.804" v="80" actId="1076"/>
          <ac:spMkLst>
            <pc:docMk/>
            <pc:sldMk cId="3598505668" sldId="341"/>
            <ac:spMk id="2" creationId="{00000000-0000-0000-0000-000000000000}"/>
          </ac:spMkLst>
        </pc:spChg>
        <pc:spChg chg="mod">
          <ac:chgData name="Upul Gunawardana" userId="d78f31a5-8ae7-4659-910b-ce777cc612cd" providerId="ADAL" clId="{5CC9139E-2EA0-4A63-A3D1-DB0E167BC2D2}" dt="2023-03-09T13:23:18.200" v="79" actId="14100"/>
          <ac:spMkLst>
            <pc:docMk/>
            <pc:sldMk cId="3598505668" sldId="341"/>
            <ac:spMk id="9" creationId="{00000000-0000-0000-0000-000000000000}"/>
          </ac:spMkLst>
        </pc:spChg>
      </pc:sldChg>
      <pc:sldChg chg="modSp mod modClrScheme chgLayout">
        <pc:chgData name="Upul Gunawardana" userId="d78f31a5-8ae7-4659-910b-ce777cc612cd" providerId="ADAL" clId="{5CC9139E-2EA0-4A63-A3D1-DB0E167BC2D2}" dt="2023-03-09T13:23:53.263" v="84" actId="1076"/>
        <pc:sldMkLst>
          <pc:docMk/>
          <pc:sldMk cId="2904138396" sldId="352"/>
        </pc:sldMkLst>
        <pc:spChg chg="mod ord">
          <ac:chgData name="Upul Gunawardana" userId="d78f31a5-8ae7-4659-910b-ce777cc612cd" providerId="ADAL" clId="{5CC9139E-2EA0-4A63-A3D1-DB0E167BC2D2}" dt="2023-03-09T13:23:47.976" v="83" actId="14100"/>
          <ac:spMkLst>
            <pc:docMk/>
            <pc:sldMk cId="2904138396" sldId="352"/>
            <ac:spMk id="2" creationId="{00000000-0000-0000-0000-000000000000}"/>
          </ac:spMkLst>
        </pc:spChg>
        <pc:spChg chg="mod">
          <ac:chgData name="Upul Gunawardana" userId="d78f31a5-8ae7-4659-910b-ce777cc612cd" providerId="ADAL" clId="{5CC9139E-2EA0-4A63-A3D1-DB0E167BC2D2}" dt="2023-03-09T13:23:53.263" v="84" actId="1076"/>
          <ac:spMkLst>
            <pc:docMk/>
            <pc:sldMk cId="2904138396" sldId="352"/>
            <ac:spMk id="9" creationId="{00000000-0000-0000-0000-000000000000}"/>
          </ac:spMkLst>
        </pc:spChg>
      </pc:sldChg>
      <pc:sldChg chg="modSp mod modClrScheme chgLayout">
        <pc:chgData name="Upul Gunawardana" userId="d78f31a5-8ae7-4659-910b-ce777cc612cd" providerId="ADAL" clId="{5CC9139E-2EA0-4A63-A3D1-DB0E167BC2D2}" dt="2023-03-09T13:24:17.684" v="90" actId="1076"/>
        <pc:sldMkLst>
          <pc:docMk/>
          <pc:sldMk cId="3145310129" sldId="361"/>
        </pc:sldMkLst>
        <pc:spChg chg="mod ord">
          <ac:chgData name="Upul Gunawardana" userId="d78f31a5-8ae7-4659-910b-ce777cc612cd" providerId="ADAL" clId="{5CC9139E-2EA0-4A63-A3D1-DB0E167BC2D2}" dt="2023-03-09T13:24:08.616" v="87" actId="14100"/>
          <ac:spMkLst>
            <pc:docMk/>
            <pc:sldMk cId="3145310129" sldId="361"/>
            <ac:spMk id="2" creationId="{00000000-0000-0000-0000-000000000000}"/>
          </ac:spMkLst>
        </pc:spChg>
        <pc:spChg chg="mod">
          <ac:chgData name="Upul Gunawardana" userId="d78f31a5-8ae7-4659-910b-ce777cc612cd" providerId="ADAL" clId="{5CC9139E-2EA0-4A63-A3D1-DB0E167BC2D2}" dt="2023-03-09T13:24:17.684" v="90" actId="1076"/>
          <ac:spMkLst>
            <pc:docMk/>
            <pc:sldMk cId="3145310129" sldId="361"/>
            <ac:spMk id="9" creationId="{00000000-0000-0000-0000-000000000000}"/>
          </ac:spMkLst>
        </pc:spChg>
      </pc:sldChg>
      <pc:sldChg chg="addSp delSp modSp add mod modClrScheme chgLayout">
        <pc:chgData name="Upul Gunawardana" userId="d78f31a5-8ae7-4659-910b-ce777cc612cd" providerId="ADAL" clId="{5CC9139E-2EA0-4A63-A3D1-DB0E167BC2D2}" dt="2023-03-09T13:21:14.589" v="61" actId="14100"/>
        <pc:sldMkLst>
          <pc:docMk/>
          <pc:sldMk cId="741296008" sldId="369"/>
        </pc:sldMkLst>
        <pc:spChg chg="mod ord">
          <ac:chgData name="Upul Gunawardana" userId="d78f31a5-8ae7-4659-910b-ce777cc612cd" providerId="ADAL" clId="{5CC9139E-2EA0-4A63-A3D1-DB0E167BC2D2}" dt="2023-03-09T13:21:14.589" v="61" actId="14100"/>
          <ac:spMkLst>
            <pc:docMk/>
            <pc:sldMk cId="741296008" sldId="369"/>
            <ac:spMk id="2" creationId="{00000000-0000-0000-0000-000000000000}"/>
          </ac:spMkLst>
        </pc:spChg>
        <pc:spChg chg="add del mod ord">
          <ac:chgData name="Upul Gunawardana" userId="d78f31a5-8ae7-4659-910b-ce777cc612cd" providerId="ADAL" clId="{5CC9139E-2EA0-4A63-A3D1-DB0E167BC2D2}" dt="2023-03-09T13:21:07.363" v="59" actId="478"/>
          <ac:spMkLst>
            <pc:docMk/>
            <pc:sldMk cId="741296008" sldId="369"/>
            <ac:spMk id="3" creationId="{2D1E47A3-F3DE-5094-3E8A-4D39312BE4DD}"/>
          </ac:spMkLst>
        </pc:spChg>
        <pc:spChg chg="mod">
          <ac:chgData name="Upul Gunawardana" userId="d78f31a5-8ae7-4659-910b-ce777cc612cd" providerId="ADAL" clId="{5CC9139E-2EA0-4A63-A3D1-DB0E167BC2D2}" dt="2023-03-09T13:21:10.314" v="60" actId="1076"/>
          <ac:spMkLst>
            <pc:docMk/>
            <pc:sldMk cId="741296008" sldId="369"/>
            <ac:spMk id="9" creationId="{00000000-0000-0000-0000-000000000000}"/>
          </ac:spMkLst>
        </pc:spChg>
      </pc:sldChg>
      <pc:sldChg chg="add del">
        <pc:chgData name="Upul Gunawardana" userId="d78f31a5-8ae7-4659-910b-ce777cc612cd" providerId="ADAL" clId="{5CC9139E-2EA0-4A63-A3D1-DB0E167BC2D2}" dt="2023-03-09T13:16:01.304" v="1" actId="47"/>
        <pc:sldMkLst>
          <pc:docMk/>
          <pc:sldMk cId="916976230" sldId="369"/>
        </pc:sldMkLst>
      </pc:sldChg>
    </pc:docChg>
  </pc:docChgLst>
  <pc:docChgLst>
    <pc:chgData name="Upul Gunawardana" userId="d78f31a5-8ae7-4659-910b-ce777cc612cd" providerId="ADAL" clId="{EDEF5112-6734-4332-9AD2-A95FBD99EE9F}"/>
    <pc:docChg chg="modSld">
      <pc:chgData name="Upul Gunawardana" userId="d78f31a5-8ae7-4659-910b-ce777cc612cd" providerId="ADAL" clId="{EDEF5112-6734-4332-9AD2-A95FBD99EE9F}" dt="2022-06-03T00:00:00.908" v="1"/>
      <pc:docMkLst>
        <pc:docMk/>
      </pc:docMkLst>
      <pc:sldChg chg="addSp">
        <pc:chgData name="Upul Gunawardana" userId="d78f31a5-8ae7-4659-910b-ce777cc612cd" providerId="ADAL" clId="{EDEF5112-6734-4332-9AD2-A95FBD99EE9F}" dt="2022-05-27T02:02:23.778" v="0"/>
        <pc:sldMkLst>
          <pc:docMk/>
          <pc:sldMk cId="3811630746" sldId="326"/>
        </pc:sldMkLst>
        <pc:inkChg chg="add">
          <ac:chgData name="Upul Gunawardana" userId="d78f31a5-8ae7-4659-910b-ce777cc612cd" providerId="ADAL" clId="{EDEF5112-6734-4332-9AD2-A95FBD99EE9F}" dt="2022-05-27T02:02:23.778" v="0"/>
          <ac:inkMkLst>
            <pc:docMk/>
            <pc:sldMk cId="3811630746" sldId="326"/>
            <ac:inkMk id="2" creationId="{5439F74B-8C9A-4986-A161-FED3860A83C3}"/>
          </ac:inkMkLst>
        </pc:inkChg>
      </pc:sldChg>
      <pc:sldChg chg="addSp">
        <pc:chgData name="Upul Gunawardana" userId="d78f31a5-8ae7-4659-910b-ce777cc612cd" providerId="ADAL" clId="{EDEF5112-6734-4332-9AD2-A95FBD99EE9F}" dt="2022-06-03T00:00:00.908" v="1"/>
        <pc:sldMkLst>
          <pc:docMk/>
          <pc:sldMk cId="3876193986" sldId="334"/>
        </pc:sldMkLst>
        <pc:inkChg chg="add">
          <ac:chgData name="Upul Gunawardana" userId="d78f31a5-8ae7-4659-910b-ce777cc612cd" providerId="ADAL" clId="{EDEF5112-6734-4332-9AD2-A95FBD99EE9F}" dt="2022-06-03T00:00:00.908" v="1"/>
          <ac:inkMkLst>
            <pc:docMk/>
            <pc:sldMk cId="3876193986" sldId="334"/>
            <ac:inkMk id="2" creationId="{7BF5D4CC-5295-4BD6-A2E4-8B86F1325E38}"/>
          </ac:inkMkLst>
        </pc:inkChg>
      </pc:sldChg>
      <pc:sldChg chg="addSp">
        <pc:chgData name="Upul Gunawardana" userId="d78f31a5-8ae7-4659-910b-ce777cc612cd" providerId="ADAL" clId="{EDEF5112-6734-4332-9AD2-A95FBD99EE9F}" dt="2022-05-27T02:02:23.778" v="0"/>
        <pc:sldMkLst>
          <pc:docMk/>
          <pc:sldMk cId="3823085806" sldId="338"/>
        </pc:sldMkLst>
        <pc:inkChg chg="add">
          <ac:chgData name="Upul Gunawardana" userId="d78f31a5-8ae7-4659-910b-ce777cc612cd" providerId="ADAL" clId="{EDEF5112-6734-4332-9AD2-A95FBD99EE9F}" dt="2022-05-27T02:02:23.778" v="0"/>
          <ac:inkMkLst>
            <pc:docMk/>
            <pc:sldMk cId="3823085806" sldId="338"/>
            <ac:inkMk id="3" creationId="{BC656B1F-CD64-4294-8E05-FA10DED018CB}"/>
          </ac:inkMkLst>
        </pc:inkChg>
      </pc:sldChg>
    </pc:docChg>
  </pc:docChgLst>
  <pc:docChgLst>
    <pc:chgData name="Upul Gunawardana" userId="d78f31a5-8ae7-4659-910b-ce777cc612cd" providerId="ADAL" clId="{5BAA984D-C2E7-4B8B-8B1D-8C75E978F3D4}"/>
    <pc:docChg chg="undo custSel addSld delSld modSld">
      <pc:chgData name="Upul Gunawardana" userId="d78f31a5-8ae7-4659-910b-ce777cc612cd" providerId="ADAL" clId="{5BAA984D-C2E7-4B8B-8B1D-8C75E978F3D4}" dt="2022-05-26T14:24:21.460" v="20"/>
      <pc:docMkLst>
        <pc:docMk/>
      </pc:docMkLst>
      <pc:sldChg chg="addSp delSp mod">
        <pc:chgData name="Upul Gunawardana" userId="d78f31a5-8ae7-4659-910b-ce777cc612cd" providerId="ADAL" clId="{5BAA984D-C2E7-4B8B-8B1D-8C75E978F3D4}" dt="2022-05-26T14:14:43.391" v="1" actId="22"/>
        <pc:sldMkLst>
          <pc:docMk/>
          <pc:sldMk cId="3717463428" sldId="292"/>
        </pc:sldMkLst>
        <pc:spChg chg="add del">
          <ac:chgData name="Upul Gunawardana" userId="d78f31a5-8ae7-4659-910b-ce777cc612cd" providerId="ADAL" clId="{5BAA984D-C2E7-4B8B-8B1D-8C75E978F3D4}" dt="2022-05-26T14:14:43.391" v="1" actId="22"/>
          <ac:spMkLst>
            <pc:docMk/>
            <pc:sldMk cId="3717463428" sldId="292"/>
            <ac:spMk id="8" creationId="{18211397-9005-19C6-9E31-8E0241D08239}"/>
          </ac:spMkLst>
        </pc:spChg>
      </pc:sldChg>
      <pc:sldChg chg="add">
        <pc:chgData name="Upul Gunawardana" userId="d78f31a5-8ae7-4659-910b-ce777cc612cd" providerId="ADAL" clId="{5BAA984D-C2E7-4B8B-8B1D-8C75E978F3D4}" dt="2022-05-26T14:15:22.596" v="2"/>
        <pc:sldMkLst>
          <pc:docMk/>
          <pc:sldMk cId="3107466531" sldId="307"/>
        </pc:sldMkLst>
      </pc:sldChg>
      <pc:sldChg chg="add">
        <pc:chgData name="Upul Gunawardana" userId="d78f31a5-8ae7-4659-910b-ce777cc612cd" providerId="ADAL" clId="{5BAA984D-C2E7-4B8B-8B1D-8C75E978F3D4}" dt="2022-05-26T14:15:22.596" v="2"/>
        <pc:sldMkLst>
          <pc:docMk/>
          <pc:sldMk cId="1606334818" sldId="308"/>
        </pc:sldMkLst>
      </pc:sldChg>
      <pc:sldChg chg="add">
        <pc:chgData name="Upul Gunawardana" userId="d78f31a5-8ae7-4659-910b-ce777cc612cd" providerId="ADAL" clId="{5BAA984D-C2E7-4B8B-8B1D-8C75E978F3D4}" dt="2022-05-26T14:15:22.596" v="2"/>
        <pc:sldMkLst>
          <pc:docMk/>
          <pc:sldMk cId="3114719903" sldId="309"/>
        </pc:sldMkLst>
      </pc:sldChg>
      <pc:sldChg chg="add">
        <pc:chgData name="Upul Gunawardana" userId="d78f31a5-8ae7-4659-910b-ce777cc612cd" providerId="ADAL" clId="{5BAA984D-C2E7-4B8B-8B1D-8C75E978F3D4}" dt="2022-05-26T14:15:22.596" v="2"/>
        <pc:sldMkLst>
          <pc:docMk/>
          <pc:sldMk cId="2477574668" sldId="310"/>
        </pc:sldMkLst>
      </pc:sldChg>
      <pc:sldChg chg="add">
        <pc:chgData name="Upul Gunawardana" userId="d78f31a5-8ae7-4659-910b-ce777cc612cd" providerId="ADAL" clId="{5BAA984D-C2E7-4B8B-8B1D-8C75E978F3D4}" dt="2022-05-26T14:15:22.596" v="2"/>
        <pc:sldMkLst>
          <pc:docMk/>
          <pc:sldMk cId="2484255498" sldId="311"/>
        </pc:sldMkLst>
      </pc:sldChg>
      <pc:sldChg chg="add">
        <pc:chgData name="Upul Gunawardana" userId="d78f31a5-8ae7-4659-910b-ce777cc612cd" providerId="ADAL" clId="{5BAA984D-C2E7-4B8B-8B1D-8C75E978F3D4}" dt="2022-05-26T14:15:22.596" v="2"/>
        <pc:sldMkLst>
          <pc:docMk/>
          <pc:sldMk cId="2693133461" sldId="312"/>
        </pc:sldMkLst>
      </pc:sldChg>
      <pc:sldChg chg="modSp add mod">
        <pc:chgData name="Upul Gunawardana" userId="d78f31a5-8ae7-4659-910b-ce777cc612cd" providerId="ADAL" clId="{5BAA984D-C2E7-4B8B-8B1D-8C75E978F3D4}" dt="2022-05-26T14:16:44.303" v="11" actId="20577"/>
        <pc:sldMkLst>
          <pc:docMk/>
          <pc:sldMk cId="2476482227" sldId="313"/>
        </pc:sldMkLst>
        <pc:spChg chg="mod">
          <ac:chgData name="Upul Gunawardana" userId="d78f31a5-8ae7-4659-910b-ce777cc612cd" providerId="ADAL" clId="{5BAA984D-C2E7-4B8B-8B1D-8C75E978F3D4}" dt="2022-05-26T14:16:44.303" v="11" actId="20577"/>
          <ac:spMkLst>
            <pc:docMk/>
            <pc:sldMk cId="2476482227" sldId="313"/>
            <ac:spMk id="9" creationId="{00000000-0000-0000-0000-000000000000}"/>
          </ac:spMkLst>
        </pc:spChg>
      </pc:sldChg>
      <pc:sldChg chg="add">
        <pc:chgData name="Upul Gunawardana" userId="d78f31a5-8ae7-4659-910b-ce777cc612cd" providerId="ADAL" clId="{5BAA984D-C2E7-4B8B-8B1D-8C75E978F3D4}" dt="2022-05-26T14:16:09.852" v="3"/>
        <pc:sldMkLst>
          <pc:docMk/>
          <pc:sldMk cId="3978484073" sldId="314"/>
        </pc:sldMkLst>
      </pc:sldChg>
      <pc:sldChg chg="add">
        <pc:chgData name="Upul Gunawardana" userId="d78f31a5-8ae7-4659-910b-ce777cc612cd" providerId="ADAL" clId="{5BAA984D-C2E7-4B8B-8B1D-8C75E978F3D4}" dt="2022-05-26T14:16:09.852" v="3"/>
        <pc:sldMkLst>
          <pc:docMk/>
          <pc:sldMk cId="584941988" sldId="315"/>
        </pc:sldMkLst>
      </pc:sldChg>
      <pc:sldChg chg="add">
        <pc:chgData name="Upul Gunawardana" userId="d78f31a5-8ae7-4659-910b-ce777cc612cd" providerId="ADAL" clId="{5BAA984D-C2E7-4B8B-8B1D-8C75E978F3D4}" dt="2022-05-26T14:16:09.852" v="3"/>
        <pc:sldMkLst>
          <pc:docMk/>
          <pc:sldMk cId="2788232244" sldId="316"/>
        </pc:sldMkLst>
      </pc:sldChg>
      <pc:sldChg chg="add">
        <pc:chgData name="Upul Gunawardana" userId="d78f31a5-8ae7-4659-910b-ce777cc612cd" providerId="ADAL" clId="{5BAA984D-C2E7-4B8B-8B1D-8C75E978F3D4}" dt="2022-05-26T14:16:09.852" v="3"/>
        <pc:sldMkLst>
          <pc:docMk/>
          <pc:sldMk cId="1732635068" sldId="317"/>
        </pc:sldMkLst>
      </pc:sldChg>
      <pc:sldChg chg="add">
        <pc:chgData name="Upul Gunawardana" userId="d78f31a5-8ae7-4659-910b-ce777cc612cd" providerId="ADAL" clId="{5BAA984D-C2E7-4B8B-8B1D-8C75E978F3D4}" dt="2022-05-26T14:16:09.852" v="3"/>
        <pc:sldMkLst>
          <pc:docMk/>
          <pc:sldMk cId="3105662440" sldId="318"/>
        </pc:sldMkLst>
      </pc:sldChg>
      <pc:sldChg chg="add">
        <pc:chgData name="Upul Gunawardana" userId="d78f31a5-8ae7-4659-910b-ce777cc612cd" providerId="ADAL" clId="{5BAA984D-C2E7-4B8B-8B1D-8C75E978F3D4}" dt="2022-05-26T14:16:09.852" v="3"/>
        <pc:sldMkLst>
          <pc:docMk/>
          <pc:sldMk cId="2394484184" sldId="319"/>
        </pc:sldMkLst>
      </pc:sldChg>
      <pc:sldChg chg="add">
        <pc:chgData name="Upul Gunawardana" userId="d78f31a5-8ae7-4659-910b-ce777cc612cd" providerId="ADAL" clId="{5BAA984D-C2E7-4B8B-8B1D-8C75E978F3D4}" dt="2022-05-26T14:19:23.514" v="16"/>
        <pc:sldMkLst>
          <pc:docMk/>
          <pc:sldMk cId="718722400" sldId="320"/>
        </pc:sldMkLst>
      </pc:sldChg>
      <pc:sldChg chg="add del">
        <pc:chgData name="Upul Gunawardana" userId="d78f31a5-8ae7-4659-910b-ce777cc612cd" providerId="ADAL" clId="{5BAA984D-C2E7-4B8B-8B1D-8C75E978F3D4}" dt="2022-05-26T14:18:57.494" v="13"/>
        <pc:sldMkLst>
          <pc:docMk/>
          <pc:sldMk cId="741787193" sldId="320"/>
        </pc:sldMkLst>
      </pc:sldChg>
      <pc:sldChg chg="add del">
        <pc:chgData name="Upul Gunawardana" userId="d78f31a5-8ae7-4659-910b-ce777cc612cd" providerId="ADAL" clId="{5BAA984D-C2E7-4B8B-8B1D-8C75E978F3D4}" dt="2022-05-26T14:19:13.279" v="15"/>
        <pc:sldMkLst>
          <pc:docMk/>
          <pc:sldMk cId="3632206934" sldId="320"/>
        </pc:sldMkLst>
      </pc:sldChg>
      <pc:sldChg chg="add">
        <pc:chgData name="Upul Gunawardana" userId="d78f31a5-8ae7-4659-910b-ce777cc612cd" providerId="ADAL" clId="{5BAA984D-C2E7-4B8B-8B1D-8C75E978F3D4}" dt="2022-05-26T14:19:23.514" v="16"/>
        <pc:sldMkLst>
          <pc:docMk/>
          <pc:sldMk cId="639269990" sldId="321"/>
        </pc:sldMkLst>
      </pc:sldChg>
      <pc:sldChg chg="add del">
        <pc:chgData name="Upul Gunawardana" userId="d78f31a5-8ae7-4659-910b-ce777cc612cd" providerId="ADAL" clId="{5BAA984D-C2E7-4B8B-8B1D-8C75E978F3D4}" dt="2022-05-26T14:18:57.494" v="13"/>
        <pc:sldMkLst>
          <pc:docMk/>
          <pc:sldMk cId="2436749291" sldId="321"/>
        </pc:sldMkLst>
      </pc:sldChg>
      <pc:sldChg chg="add del">
        <pc:chgData name="Upul Gunawardana" userId="d78f31a5-8ae7-4659-910b-ce777cc612cd" providerId="ADAL" clId="{5BAA984D-C2E7-4B8B-8B1D-8C75E978F3D4}" dt="2022-05-26T14:19:13.279" v="15"/>
        <pc:sldMkLst>
          <pc:docMk/>
          <pc:sldMk cId="3752165417" sldId="321"/>
        </pc:sldMkLst>
      </pc:sldChg>
      <pc:sldChg chg="add del">
        <pc:chgData name="Upul Gunawardana" userId="d78f31a5-8ae7-4659-910b-ce777cc612cd" providerId="ADAL" clId="{5BAA984D-C2E7-4B8B-8B1D-8C75E978F3D4}" dt="2022-05-26T14:18:57.494" v="13"/>
        <pc:sldMkLst>
          <pc:docMk/>
          <pc:sldMk cId="509009176" sldId="322"/>
        </pc:sldMkLst>
      </pc:sldChg>
      <pc:sldChg chg="add del">
        <pc:chgData name="Upul Gunawardana" userId="d78f31a5-8ae7-4659-910b-ce777cc612cd" providerId="ADAL" clId="{5BAA984D-C2E7-4B8B-8B1D-8C75E978F3D4}" dt="2022-05-26T14:19:13.279" v="15"/>
        <pc:sldMkLst>
          <pc:docMk/>
          <pc:sldMk cId="3548492900" sldId="322"/>
        </pc:sldMkLst>
      </pc:sldChg>
      <pc:sldChg chg="add">
        <pc:chgData name="Upul Gunawardana" userId="d78f31a5-8ae7-4659-910b-ce777cc612cd" providerId="ADAL" clId="{5BAA984D-C2E7-4B8B-8B1D-8C75E978F3D4}" dt="2022-05-26T14:19:23.514" v="16"/>
        <pc:sldMkLst>
          <pc:docMk/>
          <pc:sldMk cId="4075981103" sldId="322"/>
        </pc:sldMkLst>
      </pc:sldChg>
      <pc:sldChg chg="add">
        <pc:chgData name="Upul Gunawardana" userId="d78f31a5-8ae7-4659-910b-ce777cc612cd" providerId="ADAL" clId="{5BAA984D-C2E7-4B8B-8B1D-8C75E978F3D4}" dt="2022-05-26T14:19:23.514" v="16"/>
        <pc:sldMkLst>
          <pc:docMk/>
          <pc:sldMk cId="795052219" sldId="323"/>
        </pc:sldMkLst>
      </pc:sldChg>
      <pc:sldChg chg="add del">
        <pc:chgData name="Upul Gunawardana" userId="d78f31a5-8ae7-4659-910b-ce777cc612cd" providerId="ADAL" clId="{5BAA984D-C2E7-4B8B-8B1D-8C75E978F3D4}" dt="2022-05-26T14:19:13.279" v="15"/>
        <pc:sldMkLst>
          <pc:docMk/>
          <pc:sldMk cId="1460499672" sldId="323"/>
        </pc:sldMkLst>
      </pc:sldChg>
      <pc:sldChg chg="add del">
        <pc:chgData name="Upul Gunawardana" userId="d78f31a5-8ae7-4659-910b-ce777cc612cd" providerId="ADAL" clId="{5BAA984D-C2E7-4B8B-8B1D-8C75E978F3D4}" dt="2022-05-26T14:18:57.494" v="13"/>
        <pc:sldMkLst>
          <pc:docMk/>
          <pc:sldMk cId="1666298429" sldId="323"/>
        </pc:sldMkLst>
      </pc:sldChg>
      <pc:sldChg chg="add del">
        <pc:chgData name="Upul Gunawardana" userId="d78f31a5-8ae7-4659-910b-ce777cc612cd" providerId="ADAL" clId="{5BAA984D-C2E7-4B8B-8B1D-8C75E978F3D4}" dt="2022-05-26T14:19:13.279" v="15"/>
        <pc:sldMkLst>
          <pc:docMk/>
          <pc:sldMk cId="1164043090" sldId="324"/>
        </pc:sldMkLst>
      </pc:sldChg>
      <pc:sldChg chg="add">
        <pc:chgData name="Upul Gunawardana" userId="d78f31a5-8ae7-4659-910b-ce777cc612cd" providerId="ADAL" clId="{5BAA984D-C2E7-4B8B-8B1D-8C75E978F3D4}" dt="2022-05-26T14:19:23.514" v="16"/>
        <pc:sldMkLst>
          <pc:docMk/>
          <pc:sldMk cId="2077033360" sldId="324"/>
        </pc:sldMkLst>
      </pc:sldChg>
      <pc:sldChg chg="add del">
        <pc:chgData name="Upul Gunawardana" userId="d78f31a5-8ae7-4659-910b-ce777cc612cd" providerId="ADAL" clId="{5BAA984D-C2E7-4B8B-8B1D-8C75E978F3D4}" dt="2022-05-26T14:18:57.494" v="13"/>
        <pc:sldMkLst>
          <pc:docMk/>
          <pc:sldMk cId="4285493668" sldId="324"/>
        </pc:sldMkLst>
      </pc:sldChg>
      <pc:sldChg chg="add">
        <pc:chgData name="Upul Gunawardana" userId="d78f31a5-8ae7-4659-910b-ce777cc612cd" providerId="ADAL" clId="{5BAA984D-C2E7-4B8B-8B1D-8C75E978F3D4}" dt="2022-05-26T14:19:23.514" v="16"/>
        <pc:sldMkLst>
          <pc:docMk/>
          <pc:sldMk cId="2141705675" sldId="325"/>
        </pc:sldMkLst>
      </pc:sldChg>
      <pc:sldChg chg="add del">
        <pc:chgData name="Upul Gunawardana" userId="d78f31a5-8ae7-4659-910b-ce777cc612cd" providerId="ADAL" clId="{5BAA984D-C2E7-4B8B-8B1D-8C75E978F3D4}" dt="2022-05-26T14:19:13.279" v="15"/>
        <pc:sldMkLst>
          <pc:docMk/>
          <pc:sldMk cId="2459258934" sldId="325"/>
        </pc:sldMkLst>
      </pc:sldChg>
      <pc:sldChg chg="add del">
        <pc:chgData name="Upul Gunawardana" userId="d78f31a5-8ae7-4659-910b-ce777cc612cd" providerId="ADAL" clId="{5BAA984D-C2E7-4B8B-8B1D-8C75E978F3D4}" dt="2022-05-26T14:18:57.494" v="13"/>
        <pc:sldMkLst>
          <pc:docMk/>
          <pc:sldMk cId="3867060980" sldId="325"/>
        </pc:sldMkLst>
      </pc:sldChg>
      <pc:sldChg chg="add del">
        <pc:chgData name="Upul Gunawardana" userId="d78f31a5-8ae7-4659-910b-ce777cc612cd" providerId="ADAL" clId="{5BAA984D-C2E7-4B8B-8B1D-8C75E978F3D4}" dt="2022-05-26T14:18:57.494" v="13"/>
        <pc:sldMkLst>
          <pc:docMk/>
          <pc:sldMk cId="861327276" sldId="326"/>
        </pc:sldMkLst>
      </pc:sldChg>
      <pc:sldChg chg="add del">
        <pc:chgData name="Upul Gunawardana" userId="d78f31a5-8ae7-4659-910b-ce777cc612cd" providerId="ADAL" clId="{5BAA984D-C2E7-4B8B-8B1D-8C75E978F3D4}" dt="2022-05-26T14:19:13.279" v="15"/>
        <pc:sldMkLst>
          <pc:docMk/>
          <pc:sldMk cId="3266197217" sldId="326"/>
        </pc:sldMkLst>
      </pc:sldChg>
      <pc:sldChg chg="add">
        <pc:chgData name="Upul Gunawardana" userId="d78f31a5-8ae7-4659-910b-ce777cc612cd" providerId="ADAL" clId="{5BAA984D-C2E7-4B8B-8B1D-8C75E978F3D4}" dt="2022-05-26T14:19:23.514" v="16"/>
        <pc:sldMkLst>
          <pc:docMk/>
          <pc:sldMk cId="3811630746" sldId="326"/>
        </pc:sldMkLst>
      </pc:sldChg>
      <pc:sldChg chg="add">
        <pc:chgData name="Upul Gunawardana" userId="d78f31a5-8ae7-4659-910b-ce777cc612cd" providerId="ADAL" clId="{5BAA984D-C2E7-4B8B-8B1D-8C75E978F3D4}" dt="2022-05-26T14:19:23.514" v="16"/>
        <pc:sldMkLst>
          <pc:docMk/>
          <pc:sldMk cId="1446923196" sldId="327"/>
        </pc:sldMkLst>
      </pc:sldChg>
      <pc:sldChg chg="add">
        <pc:chgData name="Upul Gunawardana" userId="d78f31a5-8ae7-4659-910b-ce777cc612cd" providerId="ADAL" clId="{5BAA984D-C2E7-4B8B-8B1D-8C75E978F3D4}" dt="2022-05-26T14:19:23.514" v="16"/>
        <pc:sldMkLst>
          <pc:docMk/>
          <pc:sldMk cId="2247509017" sldId="328"/>
        </pc:sldMkLst>
      </pc:sldChg>
      <pc:sldChg chg="add">
        <pc:chgData name="Upul Gunawardana" userId="d78f31a5-8ae7-4659-910b-ce777cc612cd" providerId="ADAL" clId="{5BAA984D-C2E7-4B8B-8B1D-8C75E978F3D4}" dt="2022-05-26T14:19:23.514" v="16"/>
        <pc:sldMkLst>
          <pc:docMk/>
          <pc:sldMk cId="28477825" sldId="329"/>
        </pc:sldMkLst>
      </pc:sldChg>
      <pc:sldChg chg="add">
        <pc:chgData name="Upul Gunawardana" userId="d78f31a5-8ae7-4659-910b-ce777cc612cd" providerId="ADAL" clId="{5BAA984D-C2E7-4B8B-8B1D-8C75E978F3D4}" dt="2022-05-26T14:21:13.067" v="17"/>
        <pc:sldMkLst>
          <pc:docMk/>
          <pc:sldMk cId="1857179302" sldId="330"/>
        </pc:sldMkLst>
      </pc:sldChg>
      <pc:sldChg chg="add">
        <pc:chgData name="Upul Gunawardana" userId="d78f31a5-8ae7-4659-910b-ce777cc612cd" providerId="ADAL" clId="{5BAA984D-C2E7-4B8B-8B1D-8C75E978F3D4}" dt="2022-05-26T14:21:13.067" v="17"/>
        <pc:sldMkLst>
          <pc:docMk/>
          <pc:sldMk cId="443668875" sldId="331"/>
        </pc:sldMkLst>
      </pc:sldChg>
      <pc:sldChg chg="add">
        <pc:chgData name="Upul Gunawardana" userId="d78f31a5-8ae7-4659-910b-ce777cc612cd" providerId="ADAL" clId="{5BAA984D-C2E7-4B8B-8B1D-8C75E978F3D4}" dt="2022-05-26T14:21:13.067" v="17"/>
        <pc:sldMkLst>
          <pc:docMk/>
          <pc:sldMk cId="3963653378" sldId="332"/>
        </pc:sldMkLst>
      </pc:sldChg>
      <pc:sldChg chg="add">
        <pc:chgData name="Upul Gunawardana" userId="d78f31a5-8ae7-4659-910b-ce777cc612cd" providerId="ADAL" clId="{5BAA984D-C2E7-4B8B-8B1D-8C75E978F3D4}" dt="2022-05-26T14:21:13.067" v="17"/>
        <pc:sldMkLst>
          <pc:docMk/>
          <pc:sldMk cId="4291879152" sldId="333"/>
        </pc:sldMkLst>
      </pc:sldChg>
      <pc:sldChg chg="add">
        <pc:chgData name="Upul Gunawardana" userId="d78f31a5-8ae7-4659-910b-ce777cc612cd" providerId="ADAL" clId="{5BAA984D-C2E7-4B8B-8B1D-8C75E978F3D4}" dt="2022-05-26T14:21:13.067" v="17"/>
        <pc:sldMkLst>
          <pc:docMk/>
          <pc:sldMk cId="3876193986" sldId="334"/>
        </pc:sldMkLst>
      </pc:sldChg>
      <pc:sldChg chg="add">
        <pc:chgData name="Upul Gunawardana" userId="d78f31a5-8ae7-4659-910b-ce777cc612cd" providerId="ADAL" clId="{5BAA984D-C2E7-4B8B-8B1D-8C75E978F3D4}" dt="2022-05-26T14:21:13.067" v="17"/>
        <pc:sldMkLst>
          <pc:docMk/>
          <pc:sldMk cId="4075926568" sldId="335"/>
        </pc:sldMkLst>
      </pc:sldChg>
      <pc:sldChg chg="add">
        <pc:chgData name="Upul Gunawardana" userId="d78f31a5-8ae7-4659-910b-ce777cc612cd" providerId="ADAL" clId="{5BAA984D-C2E7-4B8B-8B1D-8C75E978F3D4}" dt="2022-05-26T14:21:13.067" v="17"/>
        <pc:sldMkLst>
          <pc:docMk/>
          <pc:sldMk cId="2742862329" sldId="336"/>
        </pc:sldMkLst>
      </pc:sldChg>
      <pc:sldChg chg="add">
        <pc:chgData name="Upul Gunawardana" userId="d78f31a5-8ae7-4659-910b-ce777cc612cd" providerId="ADAL" clId="{5BAA984D-C2E7-4B8B-8B1D-8C75E978F3D4}" dt="2022-05-26T14:21:13.067" v="17"/>
        <pc:sldMkLst>
          <pc:docMk/>
          <pc:sldMk cId="3036116609" sldId="337"/>
        </pc:sldMkLst>
      </pc:sldChg>
      <pc:sldChg chg="add">
        <pc:chgData name="Upul Gunawardana" userId="d78f31a5-8ae7-4659-910b-ce777cc612cd" providerId="ADAL" clId="{5BAA984D-C2E7-4B8B-8B1D-8C75E978F3D4}" dt="2022-05-26T14:21:13.067" v="17"/>
        <pc:sldMkLst>
          <pc:docMk/>
          <pc:sldMk cId="3823085806" sldId="338"/>
        </pc:sldMkLst>
      </pc:sldChg>
      <pc:sldChg chg="add">
        <pc:chgData name="Upul Gunawardana" userId="d78f31a5-8ae7-4659-910b-ce777cc612cd" providerId="ADAL" clId="{5BAA984D-C2E7-4B8B-8B1D-8C75E978F3D4}" dt="2022-05-26T14:21:13.067" v="17"/>
        <pc:sldMkLst>
          <pc:docMk/>
          <pc:sldMk cId="1985864689" sldId="339"/>
        </pc:sldMkLst>
      </pc:sldChg>
      <pc:sldChg chg="add">
        <pc:chgData name="Upul Gunawardana" userId="d78f31a5-8ae7-4659-910b-ce777cc612cd" providerId="ADAL" clId="{5BAA984D-C2E7-4B8B-8B1D-8C75E978F3D4}" dt="2022-05-26T14:21:13.067" v="17"/>
        <pc:sldMkLst>
          <pc:docMk/>
          <pc:sldMk cId="2980862534" sldId="340"/>
        </pc:sldMkLst>
      </pc:sldChg>
      <pc:sldChg chg="add">
        <pc:chgData name="Upul Gunawardana" userId="d78f31a5-8ae7-4659-910b-ce777cc612cd" providerId="ADAL" clId="{5BAA984D-C2E7-4B8B-8B1D-8C75E978F3D4}" dt="2022-05-26T14:22:25.833" v="18"/>
        <pc:sldMkLst>
          <pc:docMk/>
          <pc:sldMk cId="3598505668" sldId="341"/>
        </pc:sldMkLst>
      </pc:sldChg>
      <pc:sldChg chg="add">
        <pc:chgData name="Upul Gunawardana" userId="d78f31a5-8ae7-4659-910b-ce777cc612cd" providerId="ADAL" clId="{5BAA984D-C2E7-4B8B-8B1D-8C75E978F3D4}" dt="2022-05-26T14:22:25.833" v="18"/>
        <pc:sldMkLst>
          <pc:docMk/>
          <pc:sldMk cId="3993127" sldId="342"/>
        </pc:sldMkLst>
      </pc:sldChg>
      <pc:sldChg chg="add">
        <pc:chgData name="Upul Gunawardana" userId="d78f31a5-8ae7-4659-910b-ce777cc612cd" providerId="ADAL" clId="{5BAA984D-C2E7-4B8B-8B1D-8C75E978F3D4}" dt="2022-05-26T14:22:25.833" v="18"/>
        <pc:sldMkLst>
          <pc:docMk/>
          <pc:sldMk cId="886222324" sldId="343"/>
        </pc:sldMkLst>
      </pc:sldChg>
      <pc:sldChg chg="add">
        <pc:chgData name="Upul Gunawardana" userId="d78f31a5-8ae7-4659-910b-ce777cc612cd" providerId="ADAL" clId="{5BAA984D-C2E7-4B8B-8B1D-8C75E978F3D4}" dt="2022-05-26T14:22:25.833" v="18"/>
        <pc:sldMkLst>
          <pc:docMk/>
          <pc:sldMk cId="2691745307" sldId="344"/>
        </pc:sldMkLst>
      </pc:sldChg>
      <pc:sldChg chg="add">
        <pc:chgData name="Upul Gunawardana" userId="d78f31a5-8ae7-4659-910b-ce777cc612cd" providerId="ADAL" clId="{5BAA984D-C2E7-4B8B-8B1D-8C75E978F3D4}" dt="2022-05-26T14:22:25.833" v="18"/>
        <pc:sldMkLst>
          <pc:docMk/>
          <pc:sldMk cId="3341326489" sldId="345"/>
        </pc:sldMkLst>
      </pc:sldChg>
      <pc:sldChg chg="add">
        <pc:chgData name="Upul Gunawardana" userId="d78f31a5-8ae7-4659-910b-ce777cc612cd" providerId="ADAL" clId="{5BAA984D-C2E7-4B8B-8B1D-8C75E978F3D4}" dt="2022-05-26T14:22:25.833" v="18"/>
        <pc:sldMkLst>
          <pc:docMk/>
          <pc:sldMk cId="2576300989" sldId="346"/>
        </pc:sldMkLst>
      </pc:sldChg>
      <pc:sldChg chg="add">
        <pc:chgData name="Upul Gunawardana" userId="d78f31a5-8ae7-4659-910b-ce777cc612cd" providerId="ADAL" clId="{5BAA984D-C2E7-4B8B-8B1D-8C75E978F3D4}" dt="2022-05-26T14:22:25.833" v="18"/>
        <pc:sldMkLst>
          <pc:docMk/>
          <pc:sldMk cId="112363733" sldId="347"/>
        </pc:sldMkLst>
      </pc:sldChg>
      <pc:sldChg chg="add">
        <pc:chgData name="Upul Gunawardana" userId="d78f31a5-8ae7-4659-910b-ce777cc612cd" providerId="ADAL" clId="{5BAA984D-C2E7-4B8B-8B1D-8C75E978F3D4}" dt="2022-05-26T14:22:25.833" v="18"/>
        <pc:sldMkLst>
          <pc:docMk/>
          <pc:sldMk cId="1555291284" sldId="348"/>
        </pc:sldMkLst>
      </pc:sldChg>
      <pc:sldChg chg="add">
        <pc:chgData name="Upul Gunawardana" userId="d78f31a5-8ae7-4659-910b-ce777cc612cd" providerId="ADAL" clId="{5BAA984D-C2E7-4B8B-8B1D-8C75E978F3D4}" dt="2022-05-26T14:22:25.833" v="18"/>
        <pc:sldMkLst>
          <pc:docMk/>
          <pc:sldMk cId="1404482073" sldId="349"/>
        </pc:sldMkLst>
      </pc:sldChg>
      <pc:sldChg chg="add">
        <pc:chgData name="Upul Gunawardana" userId="d78f31a5-8ae7-4659-910b-ce777cc612cd" providerId="ADAL" clId="{5BAA984D-C2E7-4B8B-8B1D-8C75E978F3D4}" dt="2022-05-26T14:22:25.833" v="18"/>
        <pc:sldMkLst>
          <pc:docMk/>
          <pc:sldMk cId="3457997384" sldId="350"/>
        </pc:sldMkLst>
      </pc:sldChg>
      <pc:sldChg chg="add">
        <pc:chgData name="Upul Gunawardana" userId="d78f31a5-8ae7-4659-910b-ce777cc612cd" providerId="ADAL" clId="{5BAA984D-C2E7-4B8B-8B1D-8C75E978F3D4}" dt="2022-05-26T14:22:25.833" v="18"/>
        <pc:sldMkLst>
          <pc:docMk/>
          <pc:sldMk cId="830976103" sldId="351"/>
        </pc:sldMkLst>
      </pc:sldChg>
      <pc:sldChg chg="add">
        <pc:chgData name="Upul Gunawardana" userId="d78f31a5-8ae7-4659-910b-ce777cc612cd" providerId="ADAL" clId="{5BAA984D-C2E7-4B8B-8B1D-8C75E978F3D4}" dt="2022-05-26T14:23:17.469" v="19"/>
        <pc:sldMkLst>
          <pc:docMk/>
          <pc:sldMk cId="2904138396" sldId="352"/>
        </pc:sldMkLst>
      </pc:sldChg>
      <pc:sldChg chg="add">
        <pc:chgData name="Upul Gunawardana" userId="d78f31a5-8ae7-4659-910b-ce777cc612cd" providerId="ADAL" clId="{5BAA984D-C2E7-4B8B-8B1D-8C75E978F3D4}" dt="2022-05-26T14:23:17.469" v="19"/>
        <pc:sldMkLst>
          <pc:docMk/>
          <pc:sldMk cId="3343594644" sldId="353"/>
        </pc:sldMkLst>
      </pc:sldChg>
      <pc:sldChg chg="add">
        <pc:chgData name="Upul Gunawardana" userId="d78f31a5-8ae7-4659-910b-ce777cc612cd" providerId="ADAL" clId="{5BAA984D-C2E7-4B8B-8B1D-8C75E978F3D4}" dt="2022-05-26T14:23:17.469" v="19"/>
        <pc:sldMkLst>
          <pc:docMk/>
          <pc:sldMk cId="839618276" sldId="354"/>
        </pc:sldMkLst>
      </pc:sldChg>
      <pc:sldChg chg="add">
        <pc:chgData name="Upul Gunawardana" userId="d78f31a5-8ae7-4659-910b-ce777cc612cd" providerId="ADAL" clId="{5BAA984D-C2E7-4B8B-8B1D-8C75E978F3D4}" dt="2022-05-26T14:23:17.469" v="19"/>
        <pc:sldMkLst>
          <pc:docMk/>
          <pc:sldMk cId="1054829213" sldId="355"/>
        </pc:sldMkLst>
      </pc:sldChg>
      <pc:sldChg chg="add">
        <pc:chgData name="Upul Gunawardana" userId="d78f31a5-8ae7-4659-910b-ce777cc612cd" providerId="ADAL" clId="{5BAA984D-C2E7-4B8B-8B1D-8C75E978F3D4}" dt="2022-05-26T14:23:17.469" v="19"/>
        <pc:sldMkLst>
          <pc:docMk/>
          <pc:sldMk cId="2767711321" sldId="356"/>
        </pc:sldMkLst>
      </pc:sldChg>
      <pc:sldChg chg="add">
        <pc:chgData name="Upul Gunawardana" userId="d78f31a5-8ae7-4659-910b-ce777cc612cd" providerId="ADAL" clId="{5BAA984D-C2E7-4B8B-8B1D-8C75E978F3D4}" dt="2022-05-26T14:23:17.469" v="19"/>
        <pc:sldMkLst>
          <pc:docMk/>
          <pc:sldMk cId="3333666092" sldId="357"/>
        </pc:sldMkLst>
      </pc:sldChg>
      <pc:sldChg chg="add">
        <pc:chgData name="Upul Gunawardana" userId="d78f31a5-8ae7-4659-910b-ce777cc612cd" providerId="ADAL" clId="{5BAA984D-C2E7-4B8B-8B1D-8C75E978F3D4}" dt="2022-05-26T14:23:17.469" v="19"/>
        <pc:sldMkLst>
          <pc:docMk/>
          <pc:sldMk cId="2945685398" sldId="358"/>
        </pc:sldMkLst>
      </pc:sldChg>
      <pc:sldChg chg="add">
        <pc:chgData name="Upul Gunawardana" userId="d78f31a5-8ae7-4659-910b-ce777cc612cd" providerId="ADAL" clId="{5BAA984D-C2E7-4B8B-8B1D-8C75E978F3D4}" dt="2022-05-26T14:23:17.469" v="19"/>
        <pc:sldMkLst>
          <pc:docMk/>
          <pc:sldMk cId="1298436878" sldId="359"/>
        </pc:sldMkLst>
      </pc:sldChg>
      <pc:sldChg chg="add">
        <pc:chgData name="Upul Gunawardana" userId="d78f31a5-8ae7-4659-910b-ce777cc612cd" providerId="ADAL" clId="{5BAA984D-C2E7-4B8B-8B1D-8C75E978F3D4}" dt="2022-05-26T14:23:17.469" v="19"/>
        <pc:sldMkLst>
          <pc:docMk/>
          <pc:sldMk cId="2379226313" sldId="360"/>
        </pc:sldMkLst>
      </pc:sldChg>
      <pc:sldChg chg="add">
        <pc:chgData name="Upul Gunawardana" userId="d78f31a5-8ae7-4659-910b-ce777cc612cd" providerId="ADAL" clId="{5BAA984D-C2E7-4B8B-8B1D-8C75E978F3D4}" dt="2022-05-26T14:24:21.460" v="20"/>
        <pc:sldMkLst>
          <pc:docMk/>
          <pc:sldMk cId="3145310129" sldId="361"/>
        </pc:sldMkLst>
      </pc:sldChg>
      <pc:sldChg chg="add">
        <pc:chgData name="Upul Gunawardana" userId="d78f31a5-8ae7-4659-910b-ce777cc612cd" providerId="ADAL" clId="{5BAA984D-C2E7-4B8B-8B1D-8C75E978F3D4}" dt="2022-05-26T14:24:21.460" v="20"/>
        <pc:sldMkLst>
          <pc:docMk/>
          <pc:sldMk cId="698496450" sldId="362"/>
        </pc:sldMkLst>
      </pc:sldChg>
      <pc:sldChg chg="add">
        <pc:chgData name="Upul Gunawardana" userId="d78f31a5-8ae7-4659-910b-ce777cc612cd" providerId="ADAL" clId="{5BAA984D-C2E7-4B8B-8B1D-8C75E978F3D4}" dt="2022-05-26T14:24:21.460" v="20"/>
        <pc:sldMkLst>
          <pc:docMk/>
          <pc:sldMk cId="2304439465" sldId="363"/>
        </pc:sldMkLst>
      </pc:sldChg>
      <pc:sldChg chg="add">
        <pc:chgData name="Upul Gunawardana" userId="d78f31a5-8ae7-4659-910b-ce777cc612cd" providerId="ADAL" clId="{5BAA984D-C2E7-4B8B-8B1D-8C75E978F3D4}" dt="2022-05-26T14:24:21.460" v="20"/>
        <pc:sldMkLst>
          <pc:docMk/>
          <pc:sldMk cId="3253877505" sldId="364"/>
        </pc:sldMkLst>
      </pc:sldChg>
      <pc:sldChg chg="add">
        <pc:chgData name="Upul Gunawardana" userId="d78f31a5-8ae7-4659-910b-ce777cc612cd" providerId="ADAL" clId="{5BAA984D-C2E7-4B8B-8B1D-8C75E978F3D4}" dt="2022-05-26T14:24:21.460" v="20"/>
        <pc:sldMkLst>
          <pc:docMk/>
          <pc:sldMk cId="2377406287" sldId="365"/>
        </pc:sldMkLst>
      </pc:sldChg>
      <pc:sldChg chg="add">
        <pc:chgData name="Upul Gunawardana" userId="d78f31a5-8ae7-4659-910b-ce777cc612cd" providerId="ADAL" clId="{5BAA984D-C2E7-4B8B-8B1D-8C75E978F3D4}" dt="2022-05-26T14:24:21.460" v="20"/>
        <pc:sldMkLst>
          <pc:docMk/>
          <pc:sldMk cId="3360459977" sldId="366"/>
        </pc:sldMkLst>
      </pc:sldChg>
      <pc:sldChg chg="add">
        <pc:chgData name="Upul Gunawardana" userId="d78f31a5-8ae7-4659-910b-ce777cc612cd" providerId="ADAL" clId="{5BAA984D-C2E7-4B8B-8B1D-8C75E978F3D4}" dt="2022-05-26T14:24:21.460" v="20"/>
        <pc:sldMkLst>
          <pc:docMk/>
          <pc:sldMk cId="1605237576" sldId="367"/>
        </pc:sldMkLst>
      </pc:sldChg>
      <pc:sldChg chg="add">
        <pc:chgData name="Upul Gunawardana" userId="d78f31a5-8ae7-4659-910b-ce777cc612cd" providerId="ADAL" clId="{5BAA984D-C2E7-4B8B-8B1D-8C75E978F3D4}" dt="2022-05-26T14:24:21.460" v="20"/>
        <pc:sldMkLst>
          <pc:docMk/>
          <pc:sldMk cId="519169545" sldId="3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23/05/2023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23/05/2023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23/05/2023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23/05/2023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23/05/2023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23/05/2023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23/05/2023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23/05/2023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23/05/2023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23/05/2023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23/05/2023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/>
              <a:t>EDIT MASTER TITLE STYLE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94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/>
              <a:t>EDIT MASTER TITLE STYLE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/>
              <a:t>EDIT MASTER </a:t>
            </a:r>
            <a:br>
              <a:rPr lang="en-AU"/>
            </a:br>
            <a:r>
              <a:rPr lang="en-AU"/>
              <a:t>TITLE STYLE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/>
              <a:t>EDIT MASTER TITLE STYLE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/>
              <a:t>EDIT MASTER TITLE STYLE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/>
              <a:t>EDIT MASTER TITLE STYLE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/>
              <a:t>EDIT MASTER TITLE STYLE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5/23/2023</a:t>
            </a:fld>
            <a:endParaRPr lang="en-US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/>
              <a:t>CLICK TO EDIT</a:t>
            </a:r>
          </a:p>
          <a:p>
            <a:pPr lvl="1"/>
            <a:r>
              <a:rPr lang="en-AU"/>
              <a:t>SECOND </a:t>
            </a:r>
            <a:br>
              <a:rPr lang="en-AU"/>
            </a:br>
            <a:r>
              <a:rPr lang="en-AU"/>
              <a:t>LEVEL</a:t>
            </a:r>
          </a:p>
          <a:p>
            <a:pPr lvl="2"/>
            <a:r>
              <a:rPr lang="en-AU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5/23/2023</a:t>
            </a:fld>
            <a:endParaRPr lang="en-US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5/23/2023</a:t>
            </a:fld>
            <a:endParaRPr lang="en-US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5/23/2023</a:t>
            </a:fld>
            <a:endParaRPr lang="en-US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5/23/2023</a:t>
            </a:fld>
            <a:endParaRPr lang="en-US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5/23/2023</a:t>
            </a:fld>
            <a:endParaRPr lang="en-US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5/23/2023</a:t>
            </a:fld>
            <a:endParaRPr lang="en-US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5/23/2023</a:t>
            </a:fld>
            <a:endParaRPr lang="en-US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5/23/2023</a:t>
            </a:fld>
            <a:endParaRPr lang="en-US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5/23/2023</a:t>
            </a:fld>
            <a:endParaRPr lang="en-US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5/23/2023</a:t>
            </a:fld>
            <a:endParaRPr lang="en-US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5/23/2023</a:t>
            </a:fld>
            <a:endParaRPr lang="en-US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23/05/2023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8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5/23/2023</a:t>
            </a:fld>
            <a:endParaRPr lang="en-US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functions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introduction-to-functions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functions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introduction-to-functions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functions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forward-declarations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functions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introduction-to-function-parameters-and-arguments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functions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function-return-values/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oldtutorial/variables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earncpp.com/cpp-tutorial/introduction-to-global-variables/" TargetMode="External"/><Relationship Id="rId4" Type="http://schemas.openxmlformats.org/officeDocument/2006/relationships/hyperlink" Target="https://www.learncpp.com/cpp-tutorial/local-variables/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oldtutorial/variables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earncpp.com/cpp-tutorial/77-default-arguments/" TargetMode="External"/><Relationship Id="rId4" Type="http://schemas.openxmlformats.org/officeDocument/2006/relationships/hyperlink" Target="https://www.learncpp.com/cpp-tutorial/static-local-variables/" TargetMode="Externa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variables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76-function-overloading/" TargetMode="External"/><Relationship Id="rId5" Type="http://schemas.openxmlformats.org/officeDocument/2006/relationships/hyperlink" Target="https://www.learncpp.com/cpp-tutorial/611-references/comment-page-1/" TargetMode="External"/><Relationship Id="rId4" Type="http://schemas.openxmlformats.org/officeDocument/2006/relationships/hyperlink" Target="https://www.cplusplus.com/doc/tutorial/functions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Introduction to Functions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Programming &amp; Functions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0002E876-DB4D-4BFC-B125-8EE6B76576B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u="sng">
                <a:latin typeface="Arial" charset="0"/>
                <a:ea typeface="ヒラギノ角ゴ Pro W3" charset="0"/>
                <a:cs typeface="Arial" charset="0"/>
              </a:rPr>
              <a:t>Modular programming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: Break a program up into smaller, manageable functions or modules.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 u="sng">
                <a:latin typeface="Arial" charset="0"/>
                <a:ea typeface="ヒラギノ角ゴ Pro W3" charset="0"/>
                <a:cs typeface="Arial" charset="0"/>
              </a:rPr>
              <a:t>Function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: A collection of statements to perform a task.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Motivation for modular programming: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Improves maintainability of programs.</a:t>
            </a: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Simplifies the process of writing programs.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0601sowc copy">
            <a:extLst>
              <a:ext uri="{FF2B5EF4-FFF2-40B4-BE49-F238E27FC236}">
                <a16:creationId xmlns:a16="http://schemas.microsoft.com/office/drawing/2014/main" id="{0585C2D0-E9B8-4E98-AA49-4CB583D16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39688"/>
            <a:ext cx="6906632" cy="615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</p:spTree>
    <p:extLst>
      <p:ext uri="{BB962C8B-B14F-4D97-AF65-F5344CB8AC3E}">
        <p14:creationId xmlns:p14="http://schemas.microsoft.com/office/powerpoint/2010/main" val="2979768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Defining &amp; Calling Functions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5C2309D1-EE85-4591-919D-3745B54CEF6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905000"/>
            <a:ext cx="8305800" cy="3732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u="sng">
                <a:latin typeface="Arial" charset="0"/>
                <a:ea typeface="ヒラギノ角ゴ Pro W3" charset="0"/>
                <a:cs typeface="Arial" charset="0"/>
              </a:rPr>
              <a:t>Function call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: A statement that causes a function to execute.</a:t>
            </a:r>
            <a:endParaRPr lang="en-US" u="sng">
              <a:latin typeface="Arial" charset="0"/>
              <a:ea typeface="ヒラギノ角ゴ Pro W3" charset="0"/>
              <a:cs typeface="Arial" charset="0"/>
            </a:endParaRPr>
          </a:p>
          <a:p>
            <a:pPr algn="just">
              <a:spcBef>
                <a:spcPct val="50000"/>
              </a:spcBef>
            </a:pPr>
            <a:r>
              <a:rPr lang="en-US" u="sng">
                <a:latin typeface="Arial" charset="0"/>
                <a:ea typeface="ヒラギノ角ゴ Pro W3" charset="0"/>
                <a:cs typeface="Arial" charset="0"/>
              </a:rPr>
              <a:t>Function definition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: Statements that make up a function.</a:t>
            </a:r>
          </a:p>
          <a:p>
            <a:pPr algn="just">
              <a:buFont typeface="Times" charset="0"/>
              <a:buNone/>
            </a:pPr>
            <a:endParaRPr lang="en-US">
              <a:latin typeface="Arial" charset="0"/>
              <a:ea typeface="ヒラギノ角ゴ Pro W3" charset="0"/>
              <a:cs typeface="Arial" charset="0"/>
            </a:endParaRPr>
          </a:p>
          <a:p>
            <a:pPr algn="just"/>
            <a:endParaRPr lang="en-US" u="sng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05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Definition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DB70748C-C29A-4E09-B173-3A5D31354F5D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76400"/>
            <a:ext cx="7783513" cy="390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Definition includes:</a:t>
            </a:r>
          </a:p>
          <a:p>
            <a:pPr lvl="1" algn="just"/>
            <a:r>
              <a:rPr lang="en-US" sz="2400" u="sng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Name:</a:t>
            </a:r>
            <a:r>
              <a:rPr lang="en-US" sz="2400">
                <a:solidFill>
                  <a:srgbClr val="FFFF00"/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Function names follow same rules as variables.</a:t>
            </a:r>
          </a:p>
          <a:p>
            <a:pPr lvl="1" algn="just"/>
            <a:r>
              <a:rPr lang="en-US" sz="2400" u="sng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Parameter list:</a:t>
            </a:r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Variables containing values passed to the function.</a:t>
            </a:r>
          </a:p>
          <a:p>
            <a:pPr lvl="1" algn="just"/>
            <a:r>
              <a:rPr lang="en-US" sz="2200" u="sng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Body:</a:t>
            </a:r>
            <a:r>
              <a:rPr lang="en-US" sz="220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 sz="2200">
                <a:latin typeface="Arial" charset="0"/>
                <a:ea typeface="ヒラギノ角ゴ Pro W3" charset="0"/>
                <a:cs typeface="Arial" charset="0"/>
              </a:rPr>
              <a:t>Statements that perform the function’s task, enclosed in </a:t>
            </a:r>
            <a:r>
              <a:rPr lang="en-US" sz="2200">
                <a:latin typeface="Courier New" charset="0"/>
                <a:ea typeface="ヒラギノ角ゴ Pro W3" charset="0"/>
                <a:cs typeface="Arial" charset="0"/>
              </a:rPr>
              <a:t>{}.</a:t>
            </a:r>
          </a:p>
          <a:p>
            <a:pPr lvl="1" algn="just"/>
            <a:r>
              <a:rPr lang="en-US" sz="2200" u="sng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Return type:</a:t>
            </a:r>
            <a:r>
              <a:rPr lang="en-US" sz="220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 sz="2200">
                <a:latin typeface="Arial" charset="0"/>
                <a:ea typeface="ヒラギノ角ゴ Pro W3" charset="0"/>
                <a:cs typeface="Arial" charset="0"/>
              </a:rPr>
              <a:t>Data type of the value that function returns to the part of the program that called it.</a:t>
            </a:r>
          </a:p>
          <a:p>
            <a:pPr lvl="1" algn="just"/>
            <a:endParaRPr lang="en-US">
              <a:latin typeface="Courier New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3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main() Function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pic>
        <p:nvPicPr>
          <p:cNvPr id="8" name="Picture 3" descr="0602sowc copy">
            <a:extLst>
              <a:ext uri="{FF2B5EF4-FFF2-40B4-BE49-F238E27FC236}">
                <a16:creationId xmlns:a16="http://schemas.microsoft.com/office/drawing/2014/main" id="{4E49CF73-8408-42E4-820F-C0569BE11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55888"/>
            <a:ext cx="8288849" cy="359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4">
            <a:extLst>
              <a:ext uri="{FF2B5EF4-FFF2-40B4-BE49-F238E27FC236}">
                <a16:creationId xmlns:a16="http://schemas.microsoft.com/office/drawing/2014/main" id="{0836B1CC-DE7F-49B2-8D42-7DFA4226D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089525"/>
            <a:ext cx="822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b="1">
                <a:solidFill>
                  <a:schemeClr val="accent2">
                    <a:lumMod val="75000"/>
                  </a:schemeClr>
                </a:solidFill>
              </a:rPr>
              <a:t>Note: The line that reads </a:t>
            </a:r>
            <a:r>
              <a:rPr lang="en-US" sz="2800" b="1" err="1">
                <a:solidFill>
                  <a:schemeClr val="accent2">
                    <a:lumMod val="75000"/>
                  </a:schemeClr>
                </a:solidFill>
                <a:latin typeface="Courier New" charset="0"/>
              </a:rPr>
              <a:t>int</a:t>
            </a:r>
            <a:r>
              <a:rPr lang="en-US" sz="2800" b="1">
                <a:solidFill>
                  <a:schemeClr val="accent2">
                    <a:lumMod val="75000"/>
                  </a:schemeClr>
                </a:solidFill>
                <a:latin typeface="Courier New" charset="0"/>
              </a:rPr>
              <a:t> main()</a:t>
            </a:r>
            <a:r>
              <a:rPr lang="en-US" sz="2800" b="1">
                <a:solidFill>
                  <a:schemeClr val="accent2">
                    <a:lumMod val="75000"/>
                  </a:schemeClr>
                </a:solidFill>
              </a:rPr>
              <a:t> is the 	function header.</a:t>
            </a:r>
          </a:p>
        </p:txBody>
      </p:sp>
    </p:spTree>
    <p:extLst>
      <p:ext uri="{BB962C8B-B14F-4D97-AF65-F5344CB8AC3E}">
        <p14:creationId xmlns:p14="http://schemas.microsoft.com/office/powerpoint/2010/main" val="643595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Return Type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C8FFC19C-7BA9-409F-9D50-E03DEF9A168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12777"/>
            <a:ext cx="8088313" cy="48245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If a function returns a value, the type of the value must be indicated: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int main()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    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{	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&lt;&lt; “Hello World!\n";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	return 0;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}</a:t>
            </a:r>
            <a:endParaRPr lang="en-US" sz="2400" dirty="0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2400" dirty="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If a function does not return a value, its return type is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void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: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void main()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{	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&lt;&lt; “Hello World!\n";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}</a:t>
            </a:r>
            <a:endParaRPr lang="en-US" sz="2400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08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[1]	</a:t>
            </a:r>
            <a:r>
              <a:rPr lang="en-AU" sz="2400"/>
              <a:t>cplusplus.com: Functions</a:t>
            </a:r>
          </a:p>
          <a:p>
            <a:r>
              <a:rPr lang="en-AU" sz="2400"/>
              <a:t>	</a:t>
            </a:r>
            <a:r>
              <a:rPr lang="en-AU" sz="2400">
                <a:hlinkClick r:id="rId3"/>
              </a:rPr>
              <a:t>https://cplusplus.com/doc/tutorial/functions/</a:t>
            </a:r>
            <a:endParaRPr lang="en-AU" sz="2400"/>
          </a:p>
          <a:p>
            <a:r>
              <a:rPr lang="en-AU" sz="2400"/>
              <a:t>[2] 	learncpp.com: 2.1 – Introduction to Functions</a:t>
            </a:r>
          </a:p>
          <a:p>
            <a:r>
              <a:rPr lang="en-AU" sz="2400"/>
              <a:t>	</a:t>
            </a:r>
            <a:r>
              <a:rPr lang="en-AU" sz="2400">
                <a:hlinkClick r:id="rId4"/>
              </a:rPr>
              <a:t>https://www.learncpp.com/cpp-tutorial/introduction-to-</a:t>
            </a:r>
            <a:r>
              <a:rPr lang="en-AU" sz="2400"/>
              <a:t>	</a:t>
            </a:r>
            <a:r>
              <a:rPr lang="en-AU" sz="2400">
                <a:hlinkClick r:id="rId4"/>
              </a:rPr>
              <a:t>functions/</a:t>
            </a:r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494110" y="2219325"/>
            <a:ext cx="7823200" cy="993651"/>
          </a:xfrm>
        </p:spPr>
        <p:txBody>
          <a:bodyPr/>
          <a:lstStyle/>
          <a:p>
            <a:pPr algn="ctr"/>
            <a:r>
              <a:rPr lang="en-GB" sz="4400" dirty="0">
                <a:solidFill>
                  <a:schemeClr val="bg1"/>
                </a:solidFill>
              </a:rPr>
              <a:t>Calling a Function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461939" y="45594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296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Calling a Function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10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9C7F6F0F-5673-4DF9-AF92-12B268A8B62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To call a function, use the function name followed by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()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and </a:t>
            </a:r>
            <a:r>
              <a:rPr lang="en-US" sz="2800">
                <a:latin typeface="Courier New" charset="0"/>
                <a:ea typeface="ヒラギノ角ゴ Pro W3" charset="0"/>
                <a:cs typeface="Arial" charset="0"/>
              </a:rPr>
              <a:t>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sz="2400" err="1">
                <a:latin typeface="Courier New" charset="0"/>
                <a:ea typeface="ヒラギノ角ゴ Pro W3" charset="0"/>
                <a:cs typeface="Arial" charset="0"/>
              </a:rPr>
              <a:t>printHeading</a:t>
            </a:r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()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;</a:t>
            </a:r>
            <a:br>
              <a:rPr lang="en-US" sz="2400">
                <a:latin typeface="Courier New" charset="0"/>
                <a:ea typeface="ヒラギノ角ゴ Pro W3" charset="0"/>
                <a:cs typeface="Arial" charset="0"/>
              </a:rPr>
            </a:br>
            <a:endParaRPr lang="en-US" sz="2400">
              <a:latin typeface="Courier New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When a function is called, a program executes the body of the called function.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After the function terminates, execution resumes in the calling function at the point of call.</a:t>
            </a:r>
          </a:p>
        </p:txBody>
      </p:sp>
    </p:spTree>
    <p:extLst>
      <p:ext uri="{BB962C8B-B14F-4D97-AF65-F5344CB8AC3E}">
        <p14:creationId xmlns:p14="http://schemas.microsoft.com/office/powerpoint/2010/main" val="1606334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11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F5880D5-0644-4DD7-B502-248BA919F6CF}"/>
              </a:ext>
            </a:extLst>
          </p:cNvPr>
          <p:cNvGrpSpPr/>
          <p:nvPr/>
        </p:nvGrpSpPr>
        <p:grpSpPr>
          <a:xfrm>
            <a:off x="971600" y="1221146"/>
            <a:ext cx="7073240" cy="5226957"/>
            <a:chOff x="971600" y="1221146"/>
            <a:chExt cx="7073240" cy="5226957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B34A0834-3406-46E9-ABDF-FA46C17EE1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21" t="16915" r="20154" b="34148"/>
            <a:stretch/>
          </p:blipFill>
          <p:spPr bwMode="auto">
            <a:xfrm>
              <a:off x="971600" y="1221146"/>
              <a:ext cx="7073240" cy="4296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42A363C5-BEB8-4616-9D09-31FC964F75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2" t="7916" r="41131" b="76252"/>
            <a:stretch/>
          </p:blipFill>
          <p:spPr bwMode="auto">
            <a:xfrm>
              <a:off x="1004352" y="5562587"/>
              <a:ext cx="6416032" cy="885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14719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 Control in Example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12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4A36C22-D0C0-415A-A754-4B69162AB68B}"/>
              </a:ext>
            </a:extLst>
          </p:cNvPr>
          <p:cNvGrpSpPr/>
          <p:nvPr/>
        </p:nvGrpSpPr>
        <p:grpSpPr>
          <a:xfrm>
            <a:off x="957994" y="1556792"/>
            <a:ext cx="7094961" cy="4947567"/>
            <a:chOff x="957994" y="1556792"/>
            <a:chExt cx="7094961" cy="49475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8A4D32C-D5DE-4184-B238-17AF60473505}"/>
                </a:ext>
              </a:extLst>
            </p:cNvPr>
            <p:cNvGrpSpPr/>
            <p:nvPr/>
          </p:nvGrpSpPr>
          <p:grpSpPr>
            <a:xfrm>
              <a:off x="957994" y="1556792"/>
              <a:ext cx="7094961" cy="4038600"/>
              <a:chOff x="957994" y="1556792"/>
              <a:chExt cx="7094961" cy="403860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46649AAC-8C0D-4FE3-9930-0A63828075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721" t="16915" r="20154" b="34148"/>
              <a:stretch/>
            </p:blipFill>
            <p:spPr bwMode="auto">
              <a:xfrm>
                <a:off x="1403648" y="1556792"/>
                <a:ext cx="6649307" cy="403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4DA1726-68B8-46D3-A971-9BA463A77ADC}"/>
                  </a:ext>
                </a:extLst>
              </p:cNvPr>
              <p:cNvGrpSpPr/>
              <p:nvPr/>
            </p:nvGrpSpPr>
            <p:grpSpPr>
              <a:xfrm>
                <a:off x="957994" y="3203174"/>
                <a:ext cx="1143000" cy="1477818"/>
                <a:chOff x="1143000" y="3429000"/>
                <a:chExt cx="1143000" cy="1143000"/>
              </a:xfrm>
            </p:grpSpPr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CE676940-C81D-4CD2-B6CA-762B440F02C9}"/>
                    </a:ext>
                  </a:extLst>
                </p:cNvPr>
                <p:cNvCxnSpPr/>
                <p:nvPr/>
              </p:nvCxnSpPr>
              <p:spPr>
                <a:xfrm flipH="1">
                  <a:off x="1143000" y="4572000"/>
                  <a:ext cx="1143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0BAF1B80-AC03-41D6-B867-F124912A0ECF}"/>
                    </a:ext>
                  </a:extLst>
                </p:cNvPr>
                <p:cNvCxnSpPr/>
                <p:nvPr/>
              </p:nvCxnSpPr>
              <p:spPr>
                <a:xfrm flipV="1">
                  <a:off x="1143000" y="3429000"/>
                  <a:ext cx="0" cy="11430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36E0B8E3-4F73-4F6A-8E9E-B74EC0BD1510}"/>
                    </a:ext>
                  </a:extLst>
                </p:cNvPr>
                <p:cNvCxnSpPr/>
                <p:nvPr/>
              </p:nvCxnSpPr>
              <p:spPr>
                <a:xfrm>
                  <a:off x="1143000" y="3429000"/>
                  <a:ext cx="9144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164B6A9-11B1-4104-AF57-63103768253F}"/>
                  </a:ext>
                </a:extLst>
              </p:cNvPr>
              <p:cNvGrpSpPr/>
              <p:nvPr/>
            </p:nvGrpSpPr>
            <p:grpSpPr>
              <a:xfrm>
                <a:off x="1262794" y="3842792"/>
                <a:ext cx="990600" cy="990600"/>
                <a:chOff x="1447800" y="3810000"/>
                <a:chExt cx="990600" cy="914400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136CE4B0-E927-41D0-8B42-6596C91AE3B4}"/>
                    </a:ext>
                  </a:extLst>
                </p:cNvPr>
                <p:cNvCxnSpPr/>
                <p:nvPr/>
              </p:nvCxnSpPr>
              <p:spPr>
                <a:xfrm flipH="1">
                  <a:off x="1447800" y="3810000"/>
                  <a:ext cx="6096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713A1F74-41FB-4E69-BA22-2A7C68CFD6CC}"/>
                    </a:ext>
                  </a:extLst>
                </p:cNvPr>
                <p:cNvCxnSpPr/>
                <p:nvPr/>
              </p:nvCxnSpPr>
              <p:spPr>
                <a:xfrm>
                  <a:off x="1447800" y="3810000"/>
                  <a:ext cx="0" cy="914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7936872F-F266-47F7-8BB0-795263B690DE}"/>
                    </a:ext>
                  </a:extLst>
                </p:cNvPr>
                <p:cNvCxnSpPr/>
                <p:nvPr/>
              </p:nvCxnSpPr>
              <p:spPr>
                <a:xfrm>
                  <a:off x="1447800" y="4724400"/>
                  <a:ext cx="9906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8" name="Picture 3">
              <a:extLst>
                <a:ext uri="{FF2B5EF4-FFF2-40B4-BE49-F238E27FC236}">
                  <a16:creationId xmlns:a16="http://schemas.microsoft.com/office/drawing/2014/main" id="{33215149-7E90-4C73-9F44-629456F51C0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2" t="7916" r="41131" b="76252"/>
            <a:stretch/>
          </p:blipFill>
          <p:spPr bwMode="auto">
            <a:xfrm>
              <a:off x="1415194" y="5618843"/>
              <a:ext cx="6416032" cy="885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77574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Calling Functions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13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434ED103-2710-44EF-A872-3D90401FD41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66018"/>
            <a:ext cx="8229600" cy="51433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main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can call any number of functions.</a:t>
            </a:r>
          </a:p>
          <a:p>
            <a:pPr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Functions can call other functions.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int main()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	func1();	</a:t>
            </a:r>
            <a:r>
              <a:rPr lang="en-US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Call func1()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void func1()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	func2();	</a:t>
            </a:r>
            <a:r>
              <a:rPr lang="en-US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Call func2()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}</a:t>
            </a:r>
            <a:endParaRPr lang="en-US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255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14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[1]	</a:t>
            </a:r>
            <a:r>
              <a:rPr lang="en-AU" sz="2400"/>
              <a:t>cplusplus.com: Functions</a:t>
            </a:r>
          </a:p>
          <a:p>
            <a:r>
              <a:rPr lang="en-AU" sz="2400"/>
              <a:t>	</a:t>
            </a:r>
            <a:r>
              <a:rPr lang="en-AU" sz="2400">
                <a:hlinkClick r:id="rId3"/>
              </a:rPr>
              <a:t>https://cplusplus.com/doc/tutorial/functions/</a:t>
            </a:r>
            <a:endParaRPr lang="en-AU" sz="2400"/>
          </a:p>
          <a:p>
            <a:r>
              <a:rPr lang="en-AU" sz="2400"/>
              <a:t>[2] 	learncpp.com: 2.1 – Introduction to Functions</a:t>
            </a:r>
          </a:p>
          <a:p>
            <a:r>
              <a:rPr lang="en-AU" sz="2400"/>
              <a:t>	</a:t>
            </a:r>
            <a:r>
              <a:rPr lang="en-AU" sz="2400">
                <a:hlinkClick r:id="rId4"/>
              </a:rPr>
              <a:t>https://www.learncpp.com/cpp-tutorial/introduction-to-</a:t>
            </a:r>
            <a:r>
              <a:rPr lang="en-AU" sz="2400"/>
              <a:t>	</a:t>
            </a:r>
            <a:r>
              <a:rPr lang="en-AU" sz="2400">
                <a:hlinkClick r:id="rId4"/>
              </a:rPr>
              <a:t>functions/</a:t>
            </a:r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2693133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8092" y="1701801"/>
            <a:ext cx="7287815" cy="1060449"/>
          </a:xfrm>
        </p:spPr>
        <p:txBody>
          <a:bodyPr/>
          <a:lstStyle/>
          <a:p>
            <a:pPr algn="ctr"/>
            <a:r>
              <a:rPr lang="en-GB" sz="4400" dirty="0"/>
              <a:t>Function Prototypes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4019550"/>
            <a:ext cx="6400800" cy="11366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482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Defining a Function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16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9C7F6F0F-5673-4DF9-AF92-12B268A8B62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052736"/>
            <a:ext cx="8229600" cy="53425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A function is defined first before the main() function.</a:t>
            </a:r>
          </a:p>
          <a:p>
            <a:pPr algn="just"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Starting from the top, a compiler detects that </a:t>
            </a:r>
            <a:r>
              <a:rPr lang="en-US" sz="280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is declared as a function and so the code below compiles </a:t>
            </a:r>
            <a:r>
              <a:rPr lang="en-US" sz="2800" u="sng">
                <a:latin typeface="Arial" charset="0"/>
                <a:ea typeface="ヒラギノ角ゴ Pro W3" charset="0"/>
                <a:cs typeface="Arial" charset="0"/>
              </a:rPr>
              <a:t>successfully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.</a:t>
            </a:r>
            <a:endParaRPr lang="en-US" sz="2800">
              <a:latin typeface="Courier New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endParaRPr lang="en-US" sz="2400">
              <a:latin typeface="Courier New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#include &lt;iostream&gt;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using namespace std;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Courier New" charset="0"/>
                <a:ea typeface="ヒラギノ角ゴ Pro W3" charset="0"/>
                <a:cs typeface="Arial" charset="0"/>
              </a:rPr>
              <a:t>void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 </a:t>
            </a:r>
            <a:r>
              <a:rPr lang="en-US" sz="240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()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		</a:t>
            </a:r>
            <a:r>
              <a:rPr lang="en-US" sz="240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 &lt;&lt; “</a:t>
            </a:r>
            <a:r>
              <a:rPr lang="en-US" sz="2400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In </a:t>
            </a:r>
            <a:r>
              <a:rPr lang="en-US" sz="2400" err="1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() function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”;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Courier New" charset="0"/>
                <a:ea typeface="ヒラギノ角ゴ Pro W3" charset="0"/>
                <a:cs typeface="Arial" charset="0"/>
              </a:rPr>
              <a:t>int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 main()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		</a:t>
            </a:r>
            <a:r>
              <a:rPr lang="en-US" sz="240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();	</a:t>
            </a:r>
            <a:r>
              <a:rPr lang="en-US" sz="240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Call function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		return 0;			</a:t>
            </a:r>
            <a:r>
              <a:rPr lang="en-US" sz="240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Exit program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  <a:p>
            <a:pPr>
              <a:lnSpc>
                <a:spcPct val="90000"/>
              </a:lnSpc>
            </a:pP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484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Changing the Order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17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9C7F6F0F-5673-4DF9-AF92-12B268A8B62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052736"/>
            <a:ext cx="8229600" cy="53425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Changing the order of the function below so that </a:t>
            </a:r>
            <a:r>
              <a:rPr lang="en-US" sz="2800">
                <a:latin typeface="Courier New" charset="0"/>
                <a:ea typeface="ヒラギノ角ゴ Pro W3" charset="0"/>
                <a:cs typeface="Arial" charset="0"/>
              </a:rPr>
              <a:t>main()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is declared before </a:t>
            </a:r>
            <a:r>
              <a:rPr lang="en-US" sz="280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800">
                <a:latin typeface="Courier New" charset="0"/>
                <a:ea typeface="ヒラギノ角ゴ Pro W3" charset="0"/>
                <a:cs typeface="Arial" charset="0"/>
              </a:rPr>
              <a:t>()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yields an </a:t>
            </a:r>
            <a:r>
              <a:rPr lang="en-US" sz="2800" u="sng">
                <a:solidFill>
                  <a:srgbClr val="FF0000"/>
                </a:solidFill>
                <a:latin typeface="Arial" charset="0"/>
                <a:ea typeface="ヒラギノ角ゴ Pro W3" charset="0"/>
                <a:cs typeface="Arial" charset="0"/>
              </a:rPr>
              <a:t>error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in compilation.</a:t>
            </a:r>
            <a:endParaRPr lang="en-US" sz="2800">
              <a:latin typeface="Courier New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endParaRPr lang="en-US" sz="2400">
              <a:latin typeface="Courier New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#include &lt;iostream&gt;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using namespace std;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Courier New" charset="0"/>
                <a:ea typeface="ヒラギノ角ゴ Pro W3" charset="0"/>
                <a:cs typeface="Arial" charset="0"/>
              </a:rPr>
              <a:t>int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 main()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		</a:t>
            </a:r>
            <a:r>
              <a:rPr lang="en-US" sz="240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();	</a:t>
            </a:r>
            <a:r>
              <a:rPr lang="en-US" sz="240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Call function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		return 0;			</a:t>
            </a:r>
            <a:r>
              <a:rPr lang="en-US" sz="240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Exit program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Courier New" charset="0"/>
                <a:ea typeface="ヒラギノ角ゴ Pro W3" charset="0"/>
                <a:cs typeface="Arial" charset="0"/>
              </a:rPr>
              <a:t>void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 </a:t>
            </a:r>
            <a:r>
              <a:rPr lang="en-US" sz="240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()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		</a:t>
            </a:r>
            <a:r>
              <a:rPr lang="en-US" sz="240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 &lt;&lt; “</a:t>
            </a:r>
            <a:r>
              <a:rPr lang="en-US" sz="2400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In </a:t>
            </a:r>
            <a:r>
              <a:rPr lang="en-US" sz="2400" err="1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() function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”;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endParaRPr lang="en-US" sz="2400">
              <a:latin typeface="Courier New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941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Prototypes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18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57DE07A-724E-4772-AC98-56EB184522A4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3351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Ways to notify the compiler about a function before a call to the function: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Place function definition before calling function’s definition</a:t>
            </a:r>
            <a:br>
              <a:rPr lang="en-US" sz="2400">
                <a:latin typeface="Arial" charset="0"/>
                <a:ea typeface="ヒラギノ角ゴ Pro W3" charset="0"/>
                <a:cs typeface="Arial" charset="0"/>
              </a:rPr>
            </a:br>
            <a:endParaRPr lang="en-US" sz="2400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Use a </a:t>
            </a:r>
            <a:r>
              <a:rPr lang="en-US" sz="2400" u="sng">
                <a:latin typeface="Arial" charset="0"/>
                <a:ea typeface="ヒラギノ角ゴ Pro W3" charset="0"/>
                <a:cs typeface="Arial" charset="0"/>
              </a:rPr>
              <a:t>function prototype</a:t>
            </a: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 (</a:t>
            </a:r>
            <a:r>
              <a:rPr lang="en-US" sz="2400" u="sng">
                <a:latin typeface="Arial" charset="0"/>
                <a:ea typeface="ヒラギノ角ゴ Pro W3" charset="0"/>
                <a:cs typeface="Arial" charset="0"/>
              </a:rPr>
              <a:t>function declaration</a:t>
            </a: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) – like the function definition without the body</a:t>
            </a:r>
          </a:p>
          <a:p>
            <a:pPr lvl="2">
              <a:lnSpc>
                <a:spcPct val="90000"/>
              </a:lnSpc>
            </a:pPr>
            <a:r>
              <a:rPr lang="en-US" sz="2000">
                <a:latin typeface="Arial" charset="0"/>
                <a:ea typeface="ヒラギノ角ゴ Pro W3" charset="0"/>
                <a:cs typeface="Arial" charset="0"/>
              </a:rPr>
              <a:t>Prototype: </a:t>
            </a:r>
            <a:r>
              <a:rPr lang="en-US" sz="2000">
                <a:latin typeface="Courier New" charset="0"/>
                <a:ea typeface="ヒラギノ角ゴ Pro W3" charset="0"/>
                <a:cs typeface="Arial" charset="0"/>
              </a:rPr>
              <a:t>void </a:t>
            </a:r>
            <a:r>
              <a:rPr lang="en-US" sz="200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000">
                <a:latin typeface="Courier New" charset="0"/>
                <a:ea typeface="ヒラギノ角ゴ Pro W3" charset="0"/>
                <a:cs typeface="Arial" charset="0"/>
              </a:rPr>
              <a:t>()</a:t>
            </a:r>
            <a:r>
              <a:rPr lang="en-US" sz="3200" b="1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;</a:t>
            </a:r>
            <a:endParaRPr lang="en-US" sz="2000">
              <a:latin typeface="Arial" charset="0"/>
              <a:ea typeface="ヒラギノ角ゴ Pro W3" charset="0"/>
              <a:cs typeface="Arial" charset="0"/>
            </a:endParaRPr>
          </a:p>
          <a:p>
            <a:pPr lvl="2">
              <a:lnSpc>
                <a:spcPct val="90000"/>
              </a:lnSpc>
            </a:pPr>
            <a:r>
              <a:rPr lang="en-US" sz="2000">
                <a:latin typeface="Arial" charset="0"/>
                <a:ea typeface="ヒラギノ角ゴ Pro W3" charset="0"/>
                <a:cs typeface="Arial" charset="0"/>
              </a:rPr>
              <a:t>Header: </a:t>
            </a:r>
            <a:r>
              <a:rPr lang="en-US" sz="2000">
                <a:latin typeface="Courier New" charset="0"/>
                <a:ea typeface="ヒラギノ角ゴ Pro W3" charset="0"/>
                <a:cs typeface="Arial" charset="0"/>
              </a:rPr>
              <a:t>void </a:t>
            </a:r>
            <a:r>
              <a:rPr lang="en-US" sz="200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000">
                <a:latin typeface="Courier New" charset="0"/>
                <a:ea typeface="ヒラギノ角ゴ Pro W3" charset="0"/>
                <a:cs typeface="Arial" charset="0"/>
              </a:rPr>
              <a:t>() { statements }</a:t>
            </a:r>
            <a:endParaRPr lang="en-US" sz="200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232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Notes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19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494B9960-E982-4B53-8840-C38D0F0B7C74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806575"/>
            <a:ext cx="7999413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Place prototypes near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top of program.</a:t>
            </a:r>
            <a:r>
              <a:rPr lang="en-US" sz="2800">
                <a:solidFill>
                  <a:srgbClr val="FFFF00"/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 algn="just"/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Program must include either prototype or full function definition before any call to the function – otherwise there is compiler error.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 algn="just"/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When using prototypes, can place function definitions in any order in source file.</a:t>
            </a:r>
            <a:endParaRPr lang="en-US" sz="2800">
              <a:latin typeface="Courier New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635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20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9C7F6F0F-5673-4DF9-AF92-12B268A8B62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052736"/>
            <a:ext cx="8435280" cy="53425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#include &lt;iostream&gt;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using namespace std;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void 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();	</a:t>
            </a:r>
            <a:r>
              <a:rPr lang="en-US" sz="2400" dirty="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Function prototype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Courier New" charset="0"/>
                <a:ea typeface="ヒラギノ角ゴ Pro W3" charset="0"/>
                <a:cs typeface="Arial" charset="0"/>
              </a:rPr>
              <a:t>int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main()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();	</a:t>
            </a:r>
            <a:r>
              <a:rPr lang="en-US" sz="2400" dirty="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Call function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return 0;			</a:t>
            </a:r>
            <a:r>
              <a:rPr lang="en-US" sz="2400" dirty="0">
                <a:solidFill>
                  <a:srgbClr val="00B050"/>
                </a:solidFill>
                <a:latin typeface="Courier New" charset="0"/>
                <a:ea typeface="ヒラギノ角ゴ Pro W3" charset="0"/>
                <a:cs typeface="Arial" charset="0"/>
              </a:rPr>
              <a:t>// Exit program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solidFill>
                  <a:schemeClr val="accent2"/>
                </a:solidFill>
                <a:latin typeface="Courier New" charset="0"/>
                <a:ea typeface="ヒラギノ角ゴ Pro W3" charset="0"/>
                <a:cs typeface="Arial" charset="0"/>
              </a:rPr>
              <a:t>void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()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{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	</a:t>
            </a:r>
            <a:r>
              <a:rPr lang="en-US" sz="2400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 &lt;&lt; “</a:t>
            </a:r>
            <a:r>
              <a:rPr lang="en-US" sz="2400" dirty="0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In </a:t>
            </a:r>
            <a:r>
              <a:rPr lang="en-US" sz="2400" dirty="0" err="1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functionExample</a:t>
            </a:r>
            <a:r>
              <a:rPr lang="en-US" sz="2400" dirty="0">
                <a:solidFill>
                  <a:srgbClr val="0070C0"/>
                </a:solidFill>
                <a:latin typeface="Courier New" charset="0"/>
                <a:ea typeface="ヒラギノ角ゴ Pro W3" charset="0"/>
                <a:cs typeface="Arial" charset="0"/>
              </a:rPr>
              <a:t>() function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”;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662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21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[1]	</a:t>
            </a:r>
            <a:r>
              <a:rPr lang="en-AU" sz="2400"/>
              <a:t>cplusplus.com: Functions</a:t>
            </a:r>
          </a:p>
          <a:p>
            <a:r>
              <a:rPr lang="en-AU" sz="2400"/>
              <a:t>	</a:t>
            </a:r>
            <a:r>
              <a:rPr lang="en-AU" sz="2400">
                <a:hlinkClick r:id="rId3"/>
              </a:rPr>
              <a:t>https://cplusplus.com/doc/tutorial/functions/</a:t>
            </a:r>
            <a:endParaRPr lang="en-AU" sz="2400"/>
          </a:p>
          <a:p>
            <a:r>
              <a:rPr lang="en-AU" sz="2400"/>
              <a:t>[2] 	learncpp.com: 2.7 – Forward declarations and definitions</a:t>
            </a:r>
          </a:p>
          <a:p>
            <a:r>
              <a:rPr lang="en-AU" sz="2400"/>
              <a:t>	</a:t>
            </a:r>
            <a:r>
              <a:rPr lang="en-AU" sz="2400">
                <a:hlinkClick r:id="rId4"/>
              </a:rPr>
              <a:t>https://www.learncpp.com/cpp-tutorial/forward-</a:t>
            </a:r>
            <a:r>
              <a:rPr lang="en-AU" sz="2400"/>
              <a:t>	</a:t>
            </a:r>
            <a:r>
              <a:rPr lang="en-AU" sz="2400">
                <a:hlinkClick r:id="rId4"/>
              </a:rPr>
              <a:t>declarations/</a:t>
            </a:r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2394484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1701800"/>
            <a:ext cx="7745015" cy="1260475"/>
          </a:xfrm>
        </p:spPr>
        <p:txBody>
          <a:bodyPr/>
          <a:lstStyle/>
          <a:p>
            <a:pPr algn="ctr"/>
            <a:r>
              <a:rPr lang="en-GB" sz="4400" dirty="0"/>
              <a:t>Sending Data into a Function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371600" y="3787899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722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Sending Data into a Function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23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132FA90-1C7F-4465-B2FC-051F5A0744FA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736725"/>
            <a:ext cx="7999413" cy="3743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Values can be passed into a function at time of call: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c = pow(a, b);  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(Note: This function needs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#include &lt;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cmath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&gt; 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to work)</a:t>
            </a:r>
          </a:p>
          <a:p>
            <a:pPr lvl="1">
              <a:buClr>
                <a:srgbClr val="3333CC"/>
              </a:buClr>
              <a:buFontTx/>
              <a:buNone/>
            </a:pP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  <a:p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Values passed into a function are </a:t>
            </a:r>
            <a:r>
              <a:rPr lang="en-US" sz="2800" u="sng" dirty="0">
                <a:latin typeface="Arial" charset="0"/>
                <a:ea typeface="ヒラギノ角ゴ Pro W3" charset="0"/>
                <a:cs typeface="Arial" charset="0"/>
              </a:rPr>
              <a:t>arguments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.</a:t>
            </a:r>
            <a:br>
              <a:rPr lang="en-US" sz="2800" u="sng" dirty="0">
                <a:latin typeface="Arial" charset="0"/>
                <a:ea typeface="ヒラギノ角ゴ Pro W3" charset="0"/>
                <a:cs typeface="Arial" charset="0"/>
              </a:rPr>
            </a:b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  <a:p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Variables in a function that hold the values passed as arguments are </a:t>
            </a:r>
            <a:r>
              <a:rPr lang="en-US" sz="2800" u="sng" dirty="0">
                <a:latin typeface="Arial" charset="0"/>
                <a:ea typeface="ヒラギノ角ゴ Pro W3" charset="0"/>
                <a:cs typeface="Arial" charset="0"/>
              </a:rPr>
              <a:t>parameters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9269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Function with a Parameter Variable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24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90A1561-A134-4AF0-A310-D21E5E71DFBC}"/>
              </a:ext>
            </a:extLst>
          </p:cNvPr>
          <p:cNvGrpSpPr/>
          <p:nvPr/>
        </p:nvGrpSpPr>
        <p:grpSpPr>
          <a:xfrm>
            <a:off x="395536" y="1628800"/>
            <a:ext cx="8610600" cy="3841750"/>
            <a:chOff x="381000" y="1828800"/>
            <a:chExt cx="8610600" cy="3841750"/>
          </a:xfrm>
        </p:grpSpPr>
        <p:sp>
          <p:nvSpPr>
            <p:cNvPr id="6" name="Text Box 3">
              <a:extLst>
                <a:ext uri="{FF2B5EF4-FFF2-40B4-BE49-F238E27FC236}">
                  <a16:creationId xmlns:a16="http://schemas.microsoft.com/office/drawing/2014/main" id="{5F3CA228-6AAC-4607-B136-1C1EA41159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1828800"/>
              <a:ext cx="8001000" cy="210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Courier New" charset="0"/>
                </a:rPr>
                <a:t>void </a:t>
              </a:r>
              <a:r>
                <a:rPr lang="en-US" err="1">
                  <a:latin typeface="Courier New" charset="0"/>
                </a:rPr>
                <a:t>displayValue</a:t>
              </a:r>
              <a:r>
                <a:rPr lang="en-US">
                  <a:latin typeface="Courier New" charset="0"/>
                </a:rPr>
                <a:t>(int num)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Courier New" charset="0"/>
                </a:rPr>
                <a:t>{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Courier New" charset="0"/>
                </a:rPr>
                <a:t>   </a:t>
              </a:r>
              <a:r>
                <a:rPr lang="en-US" err="1">
                  <a:latin typeface="Courier New" charset="0"/>
                </a:rPr>
                <a:t>cout</a:t>
              </a:r>
              <a:r>
                <a:rPr lang="en-US">
                  <a:latin typeface="Courier New" charset="0"/>
                </a:rPr>
                <a:t> &lt;&lt; "The value is " &lt;&lt; num &lt;&lt; </a:t>
              </a:r>
              <a:r>
                <a:rPr lang="en-US" err="1">
                  <a:latin typeface="Courier New" charset="0"/>
                </a:rPr>
                <a:t>endl</a:t>
              </a:r>
              <a:r>
                <a:rPr lang="en-US">
                  <a:latin typeface="Courier New" charset="0"/>
                </a:rPr>
                <a:t>;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Courier New" charset="0"/>
                </a:rPr>
                <a:t>}</a:t>
              </a:r>
            </a:p>
          </p:txBody>
        </p:sp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7FD2D280-D344-4C25-ABA2-6D95369228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4724400"/>
              <a:ext cx="8610600" cy="946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/>
                <a:t>The integer variable </a:t>
              </a:r>
              <a:r>
                <a:rPr lang="en-US" sz="2800">
                  <a:latin typeface="Courier New" charset="0"/>
                </a:rPr>
                <a:t>num</a:t>
              </a:r>
              <a:r>
                <a:rPr lang="en-US" sz="2800"/>
                <a:t> is a parameter.                             It accepts any integer value passed to the function.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5981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E04146F-B7AC-415B-9A04-C0296A2121C9}"/>
              </a:ext>
            </a:extLst>
          </p:cNvPr>
          <p:cNvGrpSpPr/>
          <p:nvPr/>
        </p:nvGrpSpPr>
        <p:grpSpPr>
          <a:xfrm>
            <a:off x="30155" y="87447"/>
            <a:ext cx="7350201" cy="6737963"/>
            <a:chOff x="30155" y="87447"/>
            <a:chExt cx="7350201" cy="673796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2D784DB-CA75-4E0A-A684-2EE04C6AD3C3}"/>
                </a:ext>
              </a:extLst>
            </p:cNvPr>
            <p:cNvGrpSpPr/>
            <p:nvPr/>
          </p:nvGrpSpPr>
          <p:grpSpPr>
            <a:xfrm>
              <a:off x="30155" y="87447"/>
              <a:ext cx="7350201" cy="6737963"/>
              <a:chOff x="2483768" y="973088"/>
              <a:chExt cx="7350201" cy="6737963"/>
            </a:xfrm>
          </p:grpSpPr>
          <p:pic>
            <p:nvPicPr>
              <p:cNvPr id="9" name="Picture 2">
                <a:extLst>
                  <a:ext uri="{FF2B5EF4-FFF2-40B4-BE49-F238E27FC236}">
                    <a16:creationId xmlns:a16="http://schemas.microsoft.com/office/drawing/2014/main" id="{4A984C92-4F53-4BB0-A3AF-4FC7A901B2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88" t="12108"/>
              <a:stretch/>
            </p:blipFill>
            <p:spPr bwMode="auto">
              <a:xfrm>
                <a:off x="2483768" y="973088"/>
                <a:ext cx="7350201" cy="3507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" name="Picture 2">
                <a:extLst>
                  <a:ext uri="{FF2B5EF4-FFF2-40B4-BE49-F238E27FC236}">
                    <a16:creationId xmlns:a16="http://schemas.microsoft.com/office/drawing/2014/main" id="{FC946CBC-111B-45A6-AFD0-9825822654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3" t="13775"/>
              <a:stretch/>
            </p:blipFill>
            <p:spPr bwMode="auto">
              <a:xfrm>
                <a:off x="2483768" y="4455072"/>
                <a:ext cx="7350201" cy="32559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4FE765A-DE6F-4191-B84E-267CD35E5139}"/>
                </a:ext>
              </a:extLst>
            </p:cNvPr>
            <p:cNvCxnSpPr/>
            <p:nvPr/>
          </p:nvCxnSpPr>
          <p:spPr>
            <a:xfrm flipH="1">
              <a:off x="2987824" y="1041082"/>
              <a:ext cx="1128827" cy="27215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04DD4D-1909-429F-BB03-3FAAED9EF391}"/>
                </a:ext>
              </a:extLst>
            </p:cNvPr>
            <p:cNvSpPr txBox="1"/>
            <p:nvPr/>
          </p:nvSpPr>
          <p:spPr>
            <a:xfrm>
              <a:off x="4248212" y="856416"/>
              <a:ext cx="1558277" cy="369332"/>
            </a:xfrm>
            <a:prstGeom prst="rect">
              <a:avLst/>
            </a:prstGeom>
            <a:solidFill>
              <a:srgbClr val="C0504D"/>
            </a:solidFill>
          </p:spPr>
          <p:txBody>
            <a:bodyPr wrap="none" rtlCol="0">
              <a:spAutoFit/>
            </a:bodyPr>
            <a:lstStyle/>
            <a:p>
              <a:r>
                <a:rPr lang="en-AU"/>
                <a:t>Only data type 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B9E5C51-2032-4840-BEBE-F1E9C1E00F55}"/>
                </a:ext>
              </a:extLst>
            </p:cNvPr>
            <p:cNvCxnSpPr/>
            <p:nvPr/>
          </p:nvCxnSpPr>
          <p:spPr>
            <a:xfrm flipH="1">
              <a:off x="3443173" y="4412645"/>
              <a:ext cx="1128827" cy="27215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F5B7CDD-95AB-4E61-B201-60BF1A977A3F}"/>
                </a:ext>
              </a:extLst>
            </p:cNvPr>
            <p:cNvSpPr txBox="1"/>
            <p:nvPr/>
          </p:nvSpPr>
          <p:spPr>
            <a:xfrm>
              <a:off x="4573764" y="4348703"/>
              <a:ext cx="1683048" cy="369332"/>
            </a:xfrm>
            <a:prstGeom prst="rect">
              <a:avLst/>
            </a:prstGeom>
            <a:solidFill>
              <a:srgbClr val="C0504D"/>
            </a:solidFill>
          </p:spPr>
          <p:txBody>
            <a:bodyPr wrap="none" rtlCol="0">
              <a:spAutoFit/>
            </a:bodyPr>
            <a:lstStyle/>
            <a:p>
              <a:r>
                <a:rPr lang="en-AU"/>
                <a:t>Full declaration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25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</p:spTree>
    <p:extLst>
      <p:ext uri="{BB962C8B-B14F-4D97-AF65-F5344CB8AC3E}">
        <p14:creationId xmlns:p14="http://schemas.microsoft.com/office/powerpoint/2010/main" val="795052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26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05C9BCA-7055-481A-A074-AC42AF40922E}"/>
              </a:ext>
            </a:extLst>
          </p:cNvPr>
          <p:cNvGrpSpPr/>
          <p:nvPr/>
        </p:nvGrpSpPr>
        <p:grpSpPr>
          <a:xfrm>
            <a:off x="694811" y="523046"/>
            <a:ext cx="7359650" cy="5448985"/>
            <a:chOff x="694811" y="523046"/>
            <a:chExt cx="7359650" cy="5448985"/>
          </a:xfrm>
        </p:grpSpPr>
        <p:pic>
          <p:nvPicPr>
            <p:cNvPr id="8" name="Picture 2" descr="0606sowc copy">
              <a:extLst>
                <a:ext uri="{FF2B5EF4-FFF2-40B4-BE49-F238E27FC236}">
                  <a16:creationId xmlns:a16="http://schemas.microsoft.com/office/drawing/2014/main" id="{8869A73B-813D-440B-8DA3-80D63E1B3A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8900" y="1568450"/>
              <a:ext cx="5575300" cy="285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3">
              <a:extLst>
                <a:ext uri="{FF2B5EF4-FFF2-40B4-BE49-F238E27FC236}">
                  <a16:creationId xmlns:a16="http://schemas.microsoft.com/office/drawing/2014/main" id="{B49D82DE-F4F3-4D0D-A75B-D7F806374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11" y="4940156"/>
              <a:ext cx="7359650" cy="1031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sz="2800">
                  <a:solidFill>
                    <a:schemeClr val="accent2">
                      <a:lumMod val="75000"/>
                    </a:schemeClr>
                  </a:solidFill>
                </a:rPr>
                <a:t>The function call in line 11 passes the value 5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800">
                  <a:solidFill>
                    <a:schemeClr val="accent2">
                      <a:lumMod val="75000"/>
                    </a:schemeClr>
                  </a:solidFill>
                </a:rPr>
                <a:t>as an argument to the function.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57E80B9-4D73-4CC0-A5CF-2A1D799A084C}"/>
                </a:ext>
              </a:extLst>
            </p:cNvPr>
            <p:cNvCxnSpPr/>
            <p:nvPr/>
          </p:nvCxnSpPr>
          <p:spPr>
            <a:xfrm flipH="1">
              <a:off x="3386571" y="784656"/>
              <a:ext cx="887942" cy="783794"/>
            </a:xfrm>
            <a:prstGeom prst="straightConnector1">
              <a:avLst/>
            </a:prstGeom>
            <a:ln w="666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4891C6-9592-40E7-AD33-72E24F5724BF}"/>
                </a:ext>
              </a:extLst>
            </p:cNvPr>
            <p:cNvSpPr txBox="1"/>
            <p:nvPr/>
          </p:nvSpPr>
          <p:spPr>
            <a:xfrm>
              <a:off x="4377762" y="523046"/>
              <a:ext cx="16416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/>
                <a:t>argument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7033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Passing Multiple Arguments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27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E15229B7-EA27-404F-BE60-3A3513857893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600200"/>
            <a:ext cx="829468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Times" charset="0"/>
              <a:buNone/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	When calling a function and passing multiple arguments:</a:t>
            </a:r>
            <a:br>
              <a:rPr lang="en-US">
                <a:latin typeface="Arial" charset="0"/>
                <a:ea typeface="ヒラギノ角ゴ Pro W3" charset="0"/>
                <a:cs typeface="Arial" charset="0"/>
              </a:rPr>
            </a:br>
            <a:endParaRPr lang="en-US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the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number of arguments</a:t>
            </a:r>
            <a:r>
              <a:rPr lang="en-US">
                <a:solidFill>
                  <a:srgbClr val="FFFF00"/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in the call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must</a:t>
            </a:r>
            <a:r>
              <a:rPr lang="en-US">
                <a:solidFill>
                  <a:srgbClr val="FFFF00"/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match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the prototype and definition</a:t>
            </a:r>
            <a:br>
              <a:rPr lang="en-US">
                <a:latin typeface="Arial" charset="0"/>
                <a:ea typeface="ヒラギノ角ゴ Pro W3" charset="0"/>
                <a:cs typeface="Arial" charset="0"/>
              </a:rPr>
            </a:br>
            <a:endParaRPr lang="en-US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the first argument will be used to initialize the first parameter, the second argument to initialize the second parameter, etc.</a:t>
            </a:r>
          </a:p>
          <a:p>
            <a:pPr lvl="1">
              <a:lnSpc>
                <a:spcPct val="90000"/>
              </a:lnSpc>
            </a:pPr>
            <a:endParaRPr lang="en-US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705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BCA741D-A0C6-46CE-9BE3-80777903815C}"/>
              </a:ext>
            </a:extLst>
          </p:cNvPr>
          <p:cNvGrpSpPr/>
          <p:nvPr/>
        </p:nvGrpSpPr>
        <p:grpSpPr>
          <a:xfrm>
            <a:off x="107504" y="0"/>
            <a:ext cx="7576843" cy="6736327"/>
            <a:chOff x="969875" y="0"/>
            <a:chExt cx="7576843" cy="6736327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9F844C7A-0E32-4CA6-A538-1DAD937E4A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581"/>
            <a:stretch/>
          </p:blipFill>
          <p:spPr bwMode="auto">
            <a:xfrm>
              <a:off x="969875" y="0"/>
              <a:ext cx="6863236" cy="419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1BF8D11-1715-41FD-810D-FF39BAB5B2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9875" y="4195482"/>
              <a:ext cx="6506333" cy="254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13CFA65-EAE6-4436-8ECA-E465FE8636ED}"/>
                </a:ext>
              </a:extLst>
            </p:cNvPr>
            <p:cNvCxnSpPr/>
            <p:nvPr/>
          </p:nvCxnSpPr>
          <p:spPr>
            <a:xfrm flipH="1">
              <a:off x="4495149" y="836618"/>
              <a:ext cx="1128827" cy="27215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D2A2A0-153C-40C3-99D4-D83E450889E9}"/>
                </a:ext>
              </a:extLst>
            </p:cNvPr>
            <p:cNvSpPr txBox="1"/>
            <p:nvPr/>
          </p:nvSpPr>
          <p:spPr>
            <a:xfrm>
              <a:off x="5734843" y="651952"/>
              <a:ext cx="1558277" cy="369332"/>
            </a:xfrm>
            <a:prstGeom prst="rect">
              <a:avLst/>
            </a:prstGeom>
            <a:solidFill>
              <a:srgbClr val="C0504D"/>
            </a:solidFill>
          </p:spPr>
          <p:txBody>
            <a:bodyPr wrap="none" rtlCol="0">
              <a:spAutoFit/>
            </a:bodyPr>
            <a:lstStyle/>
            <a:p>
              <a:r>
                <a:rPr lang="en-AU"/>
                <a:t>Only data type 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2B3B8B2-62B1-4D92-85FF-CA25C1C475F3}"/>
                </a:ext>
              </a:extLst>
            </p:cNvPr>
            <p:cNvCxnSpPr/>
            <p:nvPr/>
          </p:nvCxnSpPr>
          <p:spPr>
            <a:xfrm flipH="1">
              <a:off x="5623976" y="4990673"/>
              <a:ext cx="1128827" cy="27215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32295A3-210C-497F-80DA-B61DB8603EC7}"/>
                </a:ext>
              </a:extLst>
            </p:cNvPr>
            <p:cNvSpPr txBox="1"/>
            <p:nvPr/>
          </p:nvSpPr>
          <p:spPr>
            <a:xfrm>
              <a:off x="6863670" y="4806007"/>
              <a:ext cx="1683048" cy="369332"/>
            </a:xfrm>
            <a:prstGeom prst="rect">
              <a:avLst/>
            </a:prstGeom>
            <a:solidFill>
              <a:srgbClr val="C0504D"/>
            </a:solidFill>
          </p:spPr>
          <p:txBody>
            <a:bodyPr wrap="none" rtlCol="0">
              <a:spAutoFit/>
            </a:bodyPr>
            <a:lstStyle/>
            <a:p>
              <a:r>
                <a:rPr lang="en-AU"/>
                <a:t>Full declaration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28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</p:spTree>
    <p:extLst>
      <p:ext uri="{BB962C8B-B14F-4D97-AF65-F5344CB8AC3E}">
        <p14:creationId xmlns:p14="http://schemas.microsoft.com/office/powerpoint/2010/main" val="3811630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29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F216097-A467-4ED3-9B88-BE7D55D83425}"/>
              </a:ext>
            </a:extLst>
          </p:cNvPr>
          <p:cNvGrpSpPr/>
          <p:nvPr/>
        </p:nvGrpSpPr>
        <p:grpSpPr>
          <a:xfrm>
            <a:off x="323528" y="1287500"/>
            <a:ext cx="8305800" cy="4749800"/>
            <a:chOff x="381000" y="1595438"/>
            <a:chExt cx="8305800" cy="4749800"/>
          </a:xfrm>
        </p:grpSpPr>
        <p:sp>
          <p:nvSpPr>
            <p:cNvPr id="15" name="Text Box 2">
              <a:extLst>
                <a:ext uri="{FF2B5EF4-FFF2-40B4-BE49-F238E27FC236}">
                  <a16:creationId xmlns:a16="http://schemas.microsoft.com/office/drawing/2014/main" id="{945D6343-FE29-4D1C-B2BC-1CAB591C6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4800600"/>
              <a:ext cx="8305800" cy="154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sz="2800">
                  <a:solidFill>
                    <a:schemeClr val="accent2">
                      <a:lumMod val="75000"/>
                    </a:schemeClr>
                  </a:solidFill>
                </a:rPr>
                <a:t>The function call in line 18 passes value1,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800">
                  <a:solidFill>
                    <a:schemeClr val="accent2">
                      <a:lumMod val="75000"/>
                    </a:schemeClr>
                  </a:solidFill>
                </a:rPr>
                <a:t>value2, and value3 as a arguments to the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800">
                  <a:solidFill>
                    <a:schemeClr val="accent2">
                      <a:lumMod val="75000"/>
                    </a:schemeClr>
                  </a:solidFill>
                </a:rPr>
                <a:t>function.</a:t>
              </a:r>
            </a:p>
          </p:txBody>
        </p:sp>
        <p:pic>
          <p:nvPicPr>
            <p:cNvPr id="16" name="Picture 3" descr="0607sowc copy">
              <a:extLst>
                <a:ext uri="{FF2B5EF4-FFF2-40B4-BE49-F238E27FC236}">
                  <a16:creationId xmlns:a16="http://schemas.microsoft.com/office/drawing/2014/main" id="{4496C98E-3514-42AC-8953-096E57A36E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1595438"/>
              <a:ext cx="8077200" cy="282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469231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Passing Data by Value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30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0C7A627-6888-4D3C-B0EE-A202E3452278}"/>
              </a:ext>
            </a:extLst>
          </p:cNvPr>
          <p:cNvGrpSpPr/>
          <p:nvPr/>
        </p:nvGrpSpPr>
        <p:grpSpPr>
          <a:xfrm>
            <a:off x="457200" y="1052736"/>
            <a:ext cx="8229600" cy="5450297"/>
            <a:chOff x="457200" y="1052736"/>
            <a:chExt cx="8229600" cy="5450297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43C7CDB-4E10-4619-8BDC-DD32970BEAE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1052736"/>
              <a:ext cx="8229600" cy="545029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r>
                <a:rPr lang="en-US" u="sng">
                  <a:latin typeface="Arial" charset="0"/>
                  <a:ea typeface="ヒラギノ角ゴ Pro W3" charset="0"/>
                  <a:cs typeface="Arial" charset="0"/>
                </a:rPr>
                <a:t>Pass by value</a:t>
              </a:r>
              <a:r>
                <a:rPr lang="en-US">
                  <a:latin typeface="Arial" charset="0"/>
                  <a:ea typeface="ヒラギノ角ゴ Pro W3" charset="0"/>
                  <a:cs typeface="Arial" charset="0"/>
                </a:rPr>
                <a:t>: when an argument is passed to a function, its value is copied into the parameter.</a:t>
              </a:r>
            </a:p>
            <a:p>
              <a:pPr algn="just"/>
              <a:r>
                <a:rPr lang="en-US">
                  <a:latin typeface="Arial" charset="0"/>
                  <a:ea typeface="ヒラギノ角ゴ Pro W3" charset="0"/>
                  <a:cs typeface="Arial" charset="0"/>
                </a:rPr>
                <a:t>Changes to the parameter in the function </a:t>
              </a:r>
              <a:r>
                <a:rPr lang="en-US">
                  <a:solidFill>
                    <a:schemeClr val="accent2">
                      <a:lumMod val="75000"/>
                    </a:schemeClr>
                  </a:solidFill>
                  <a:latin typeface="Arial" charset="0"/>
                  <a:ea typeface="ヒラギノ角ゴ Pro W3" charset="0"/>
                  <a:cs typeface="Arial" charset="0"/>
                </a:rPr>
                <a:t>do not </a:t>
              </a:r>
              <a:r>
                <a:rPr lang="en-US">
                  <a:latin typeface="Arial" charset="0"/>
                  <a:ea typeface="ヒラギノ角ゴ Pro W3" charset="0"/>
                  <a:cs typeface="Arial" charset="0"/>
                </a:rPr>
                <a:t>affect the value of the argument.</a:t>
              </a:r>
            </a:p>
            <a:p>
              <a:pPr algn="just"/>
              <a:r>
                <a:rPr lang="en-US">
                  <a:latin typeface="Arial" charset="0"/>
                  <a:ea typeface="ヒラギノ角ゴ Pro W3" charset="0"/>
                  <a:cs typeface="Arial" charset="0"/>
                </a:rPr>
                <a:t>Example:  </a:t>
              </a:r>
              <a:r>
                <a:rPr lang="en-US">
                  <a:latin typeface="Courier New" charset="0"/>
                  <a:ea typeface="ヒラギノ角ゴ Pro W3" charset="0"/>
                  <a:cs typeface="Arial" charset="0"/>
                </a:rPr>
                <a:t>int </a:t>
              </a:r>
              <a:r>
                <a:rPr lang="en-US" err="1">
                  <a:latin typeface="Courier New" charset="0"/>
                  <a:ea typeface="ヒラギノ角ゴ Pro W3" charset="0"/>
                  <a:cs typeface="Arial" charset="0"/>
                </a:rPr>
                <a:t>val</a:t>
              </a:r>
              <a:r>
                <a:rPr lang="en-US">
                  <a:latin typeface="Courier New" charset="0"/>
                  <a:ea typeface="ヒラギノ角ゴ Pro W3" charset="0"/>
                  <a:cs typeface="Arial" charset="0"/>
                </a:rPr>
                <a:t>=5;</a:t>
              </a:r>
            </a:p>
            <a:p>
              <a:pPr marL="0" indent="0" algn="just">
                <a:buNone/>
              </a:pPr>
              <a:r>
                <a:rPr lang="en-US">
                  <a:latin typeface="Courier New" charset="0"/>
                  <a:ea typeface="ヒラギノ角ゴ Pro W3" charset="0"/>
                  <a:cs typeface="Arial" charset="0"/>
                </a:rPr>
                <a:t>		 </a:t>
              </a:r>
              <a:r>
                <a:rPr lang="en-US" err="1">
                  <a:latin typeface="Courier New" charset="0"/>
                  <a:ea typeface="ヒラギノ角ゴ Pro W3" charset="0"/>
                  <a:cs typeface="Arial" charset="0"/>
                </a:rPr>
                <a:t>evenOrOdd</a:t>
              </a:r>
              <a:r>
                <a:rPr lang="en-US">
                  <a:latin typeface="Courier New" charset="0"/>
                  <a:ea typeface="ヒラギノ角ゴ Pro W3" charset="0"/>
                  <a:cs typeface="Arial" charset="0"/>
                </a:rPr>
                <a:t>(</a:t>
              </a:r>
              <a:r>
                <a:rPr lang="en-US" err="1">
                  <a:latin typeface="Courier New" charset="0"/>
                  <a:ea typeface="ヒラギノ角ゴ Pro W3" charset="0"/>
                  <a:cs typeface="Arial" charset="0"/>
                </a:rPr>
                <a:t>val</a:t>
              </a:r>
              <a:r>
                <a:rPr lang="en-US">
                  <a:latin typeface="Courier New" charset="0"/>
                  <a:ea typeface="ヒラギノ角ゴ Pro W3" charset="0"/>
                  <a:cs typeface="Arial" charset="0"/>
                </a:rPr>
                <a:t>);</a:t>
              </a:r>
            </a:p>
            <a:p>
              <a:pPr marL="0" indent="0" algn="just">
                <a:buNone/>
              </a:pPr>
              <a:endParaRPr lang="en-US">
                <a:latin typeface="Courier New" charset="0"/>
                <a:ea typeface="ヒラギノ角ゴ Pro W3" charset="0"/>
                <a:cs typeface="Arial" charset="0"/>
              </a:endParaRPr>
            </a:p>
            <a:p>
              <a:pPr algn="just"/>
              <a:endParaRPr lang="en-US" u="sng">
                <a:latin typeface="Arial" charset="0"/>
                <a:ea typeface="ヒラギノ角ゴ Pro W3" charset="0"/>
                <a:cs typeface="Arial" charset="0"/>
              </a:endParaRPr>
            </a:p>
            <a:p>
              <a:pPr algn="just"/>
              <a:endParaRPr lang="en-US">
                <a:latin typeface="Courier New" charset="0"/>
                <a:ea typeface="ヒラギノ角ゴ Pro W3" charset="0"/>
                <a:cs typeface="Arial" charset="0"/>
              </a:endParaRPr>
            </a:p>
            <a:p>
              <a:pPr algn="just"/>
              <a:endParaRPr lang="en-US">
                <a:latin typeface="Courier New" charset="0"/>
                <a:ea typeface="ヒラギノ角ゴ Pro W3" charset="0"/>
                <a:cs typeface="Arial" charset="0"/>
              </a:endParaRPr>
            </a:p>
            <a:p>
              <a:pPr algn="just"/>
              <a:endParaRPr lang="en-US">
                <a:latin typeface="Courier New" charset="0"/>
                <a:ea typeface="ヒラギノ角ゴ Pro W3" charset="0"/>
                <a:cs typeface="Arial" charset="0"/>
              </a:endParaRPr>
            </a:p>
            <a:p>
              <a:pPr algn="just"/>
              <a:r>
                <a:rPr lang="en-US" err="1">
                  <a:latin typeface="Courier New" charset="0"/>
                  <a:ea typeface="ヒラギノ角ゴ Pro W3" charset="0"/>
                  <a:cs typeface="Arial" charset="0"/>
                </a:rPr>
                <a:t>evenOrOdd</a:t>
              </a:r>
              <a:r>
                <a:rPr lang="en-US">
                  <a:latin typeface="Arial" charset="0"/>
                  <a:ea typeface="ヒラギノ角ゴ Pro W3" charset="0"/>
                  <a:cs typeface="Arial" charset="0"/>
                </a:rPr>
                <a:t> can change variable </a:t>
              </a:r>
              <a:r>
                <a:rPr lang="en-US">
                  <a:latin typeface="Courier New" charset="0"/>
                  <a:ea typeface="ヒラギノ角ゴ Pro W3" charset="0"/>
                  <a:cs typeface="Arial" charset="0"/>
                </a:rPr>
                <a:t>num</a:t>
              </a:r>
              <a:r>
                <a:rPr lang="en-US">
                  <a:latin typeface="Arial" charset="0"/>
                  <a:ea typeface="ヒラギノ角ゴ Pro W3" charset="0"/>
                  <a:cs typeface="Arial" charset="0"/>
                </a:rPr>
                <a:t>, but it will have </a:t>
              </a:r>
              <a:r>
                <a:rPr lang="en-US" b="1">
                  <a:solidFill>
                    <a:schemeClr val="accent2">
                      <a:lumMod val="75000"/>
                    </a:schemeClr>
                  </a:solidFill>
                  <a:latin typeface="Arial" charset="0"/>
                  <a:ea typeface="ヒラギノ角ゴ Pro W3" charset="0"/>
                  <a:cs typeface="Arial" charset="0"/>
                </a:rPr>
                <a:t>no effect </a:t>
              </a:r>
              <a:r>
                <a:rPr lang="en-US">
                  <a:latin typeface="Arial" charset="0"/>
                  <a:ea typeface="ヒラギノ角ゴ Pro W3" charset="0"/>
                  <a:cs typeface="Arial" charset="0"/>
                </a:rPr>
                <a:t>on variable </a:t>
              </a:r>
              <a:r>
                <a:rPr lang="en-US">
                  <a:latin typeface="Courier New" charset="0"/>
                  <a:ea typeface="ヒラギノ角ゴ Pro W3" charset="0"/>
                  <a:cs typeface="Arial" charset="0"/>
                </a:rPr>
                <a:t>val</a:t>
              </a:r>
              <a:r>
                <a:rPr lang="en-US">
                  <a:latin typeface="Arial" panose="020B0604020202020204" pitchFamily="34" charset="0"/>
                  <a:ea typeface="ヒラギノ角ゴ Pro W3" charset="0"/>
                  <a:cs typeface="Arial" panose="020B0604020202020204" pitchFamily="34" charset="0"/>
                </a:rPr>
                <a:t>.</a:t>
              </a:r>
              <a:endParaRPr lang="en-US">
                <a:latin typeface="Courier New" charset="0"/>
                <a:ea typeface="ヒラギノ角ゴ Pro W3" charset="0"/>
                <a:cs typeface="Arial" charset="0"/>
              </a:endParaRPr>
            </a:p>
          </p:txBody>
        </p:sp>
        <p:grpSp>
          <p:nvGrpSpPr>
            <p:cNvPr id="8" name="Group 11">
              <a:extLst>
                <a:ext uri="{FF2B5EF4-FFF2-40B4-BE49-F238E27FC236}">
                  <a16:creationId xmlns:a16="http://schemas.microsoft.com/office/drawing/2014/main" id="{5822867F-8269-41E9-ADD7-8F440022A7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731" y="3501008"/>
              <a:ext cx="7848600" cy="1739900"/>
              <a:chOff x="432" y="1920"/>
              <a:chExt cx="4944" cy="1096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A1EE28F8-0B8B-437B-862F-7512D7040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2256"/>
                <a:ext cx="76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r>
                  <a:rPr lang="en-US" sz="3200">
                    <a:latin typeface="Courier New" charset="0"/>
                  </a:rPr>
                  <a:t>5</a:t>
                </a:r>
              </a:p>
            </p:txBody>
          </p:sp>
          <p:sp>
            <p:nvSpPr>
              <p:cNvPr id="11" name="Text Box 5">
                <a:extLst>
                  <a:ext uri="{FF2B5EF4-FFF2-40B4-BE49-F238E27FC236}">
                    <a16:creationId xmlns:a16="http://schemas.microsoft.com/office/drawing/2014/main" id="{FE995646-EA17-4A0D-A1F9-5F695FA662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" y="1920"/>
                <a:ext cx="768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sz="3200">
                    <a:latin typeface="Courier New" charset="0"/>
                  </a:rPr>
                  <a:t>val</a:t>
                </a:r>
              </a:p>
            </p:txBody>
          </p:sp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732BF700-BA36-4DDA-AFF7-E442120EB5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2544"/>
                <a:ext cx="1584" cy="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ct val="20000"/>
                  </a:spcBef>
                </a:pPr>
                <a:r>
                  <a:rPr lang="en-US"/>
                  <a:t>argument in</a:t>
                </a:r>
              </a:p>
              <a:p>
                <a:pPr algn="ctr" eaLnBrk="1" hangingPunct="1">
                  <a:lnSpc>
                    <a:spcPct val="80000"/>
                  </a:lnSpc>
                  <a:spcBef>
                    <a:spcPct val="20000"/>
                  </a:spcBef>
                </a:pPr>
                <a:r>
                  <a:rPr lang="en-US"/>
                  <a:t>calling function</a:t>
                </a:r>
              </a:p>
            </p:txBody>
          </p:sp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B69E24B1-F0E7-43C5-BC48-8D1761155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256"/>
                <a:ext cx="76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r>
                  <a:rPr lang="en-US" sz="3200">
                    <a:latin typeface="Courier New" charset="0"/>
                  </a:rPr>
                  <a:t>5</a:t>
                </a:r>
              </a:p>
            </p:txBody>
          </p:sp>
          <p:sp>
            <p:nvSpPr>
              <p:cNvPr id="14" name="Text Box 8">
                <a:extLst>
                  <a:ext uri="{FF2B5EF4-FFF2-40B4-BE49-F238E27FC236}">
                    <a16:creationId xmlns:a16="http://schemas.microsoft.com/office/drawing/2014/main" id="{07C71872-E748-4531-AC1D-7E0BFBF4BD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1920"/>
                <a:ext cx="768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sz="3200">
                    <a:latin typeface="Courier New" charset="0"/>
                  </a:rPr>
                  <a:t>num</a:t>
                </a:r>
              </a:p>
            </p:txBody>
          </p:sp>
          <p:sp>
            <p:nvSpPr>
              <p:cNvPr id="15" name="Text Box 9">
                <a:extLst>
                  <a:ext uri="{FF2B5EF4-FFF2-40B4-BE49-F238E27FC236}">
                    <a16:creationId xmlns:a16="http://schemas.microsoft.com/office/drawing/2014/main" id="{3751B190-3D40-44A1-A7EC-8B5287B4D0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2544"/>
                <a:ext cx="1920" cy="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9pPr>
              </a:lstStyle>
              <a:p>
                <a:pPr algn="ctr" eaLnBrk="1" hangingPunct="1">
                  <a:lnSpc>
                    <a:spcPct val="75000"/>
                  </a:lnSpc>
                  <a:spcBef>
                    <a:spcPct val="20000"/>
                  </a:spcBef>
                </a:pPr>
                <a:r>
                  <a:rPr lang="en-US"/>
                  <a:t>parameter in</a:t>
                </a:r>
              </a:p>
              <a:p>
                <a:pPr algn="ctr" eaLnBrk="1" hangingPunct="1">
                  <a:lnSpc>
                    <a:spcPct val="75000"/>
                  </a:lnSpc>
                  <a:spcBef>
                    <a:spcPct val="20000"/>
                  </a:spcBef>
                </a:pPr>
                <a:r>
                  <a:rPr lang="en-US">
                    <a:latin typeface="Courier New" charset="0"/>
                  </a:rPr>
                  <a:t>evenOrOdd</a:t>
                </a:r>
                <a:r>
                  <a:rPr lang="en-US"/>
                  <a:t> function</a:t>
                </a:r>
              </a:p>
            </p:txBody>
          </p:sp>
          <p:sp>
            <p:nvSpPr>
              <p:cNvPr id="16" name="Line 10">
                <a:extLst>
                  <a:ext uri="{FF2B5EF4-FFF2-40B4-BE49-F238E27FC236}">
                    <a16:creationId xmlns:a16="http://schemas.microsoft.com/office/drawing/2014/main" id="{B6D869E5-A164-4CE4-9116-D332A113D3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400"/>
                <a:ext cx="23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47509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31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[1]	</a:t>
            </a:r>
            <a:r>
              <a:rPr lang="en-AU" sz="2400"/>
              <a:t>cplusplus.com: Functions</a:t>
            </a:r>
          </a:p>
          <a:p>
            <a:r>
              <a:rPr lang="en-AU" sz="2400"/>
              <a:t>	</a:t>
            </a:r>
            <a:r>
              <a:rPr lang="en-AU" sz="2400">
                <a:hlinkClick r:id="rId3"/>
              </a:rPr>
              <a:t>https://cplusplus.com/doc/tutorial/functions/</a:t>
            </a:r>
            <a:endParaRPr lang="en-AU" sz="2400"/>
          </a:p>
          <a:p>
            <a:r>
              <a:rPr lang="en-AU" sz="2400"/>
              <a:t>[2] 	learncpp.com: 2.3 – Introduction to function parameters 	and arguments</a:t>
            </a:r>
          </a:p>
          <a:p>
            <a:r>
              <a:rPr lang="en-AU" sz="2400"/>
              <a:t>	</a:t>
            </a:r>
            <a:r>
              <a:rPr lang="en-AU" sz="2400">
                <a:hlinkClick r:id="rId4"/>
              </a:rPr>
              <a:t>https://www.learncpp.com/cpp-tutorial/introduction-to-</a:t>
            </a:r>
            <a:r>
              <a:rPr lang="en-AU" sz="2400"/>
              <a:t>	</a:t>
            </a:r>
            <a:r>
              <a:rPr lang="en-AU" sz="2400">
                <a:hlinkClick r:id="rId4"/>
              </a:rPr>
              <a:t>function-parameters-and-arguments/</a:t>
            </a:r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28477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1701801"/>
            <a:ext cx="8278415" cy="1511176"/>
          </a:xfrm>
        </p:spPr>
        <p:txBody>
          <a:bodyPr/>
          <a:lstStyle/>
          <a:p>
            <a:pPr algn="ctr"/>
            <a:r>
              <a:rPr lang="en-GB" sz="4400" dirty="0"/>
              <a:t>Return a Value from a Function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4076700"/>
            <a:ext cx="6400800" cy="10794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1793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33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77654A30-B304-4E98-ACCE-601FE5A8BA0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4352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Used to end execution of a function.</a:t>
            </a:r>
          </a:p>
          <a:p>
            <a:pPr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Can be placed anywhere in a function.</a:t>
            </a:r>
          </a:p>
          <a:p>
            <a:pPr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Can be used to prevent abnormal termination of program (see Example 2).</a:t>
            </a:r>
          </a:p>
          <a:p>
            <a:pPr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In a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void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function, where there is no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return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statement, the function ends at its last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}</a:t>
            </a:r>
            <a:r>
              <a:rPr lang="en-US" sz="2800">
                <a:latin typeface="Arial" panose="020B0604020202020204" pitchFamily="34" charset="0"/>
                <a:ea typeface="ヒラギノ角ゴ Pro W3" charset="0"/>
                <a:cs typeface="Arial" panose="020B0604020202020204" pitchFamily="34" charset="0"/>
              </a:rPr>
              <a:t>.</a:t>
            </a:r>
            <a:endParaRPr lang="en-US">
              <a:latin typeface="Arial" panose="020B0604020202020204" pitchFamily="34" charset="0"/>
              <a:ea typeface="ヒラギノ角ゴ Pro W3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668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Returning a Value from a Function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34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4A41172-880A-49E1-89E6-C928A6584FFE}"/>
              </a:ext>
            </a:extLst>
          </p:cNvPr>
          <p:cNvGrpSpPr/>
          <p:nvPr/>
        </p:nvGrpSpPr>
        <p:grpSpPr>
          <a:xfrm>
            <a:off x="457200" y="1808162"/>
            <a:ext cx="7845425" cy="4444611"/>
            <a:chOff x="457200" y="1808162"/>
            <a:chExt cx="7845425" cy="4444611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8A8B6A34-FC90-44AA-BB28-B449F58E522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1808162"/>
              <a:ext cx="7845425" cy="435714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800">
                  <a:latin typeface="Arial" charset="0"/>
                  <a:ea typeface="ヒラギノ角ゴ Pro W3" charset="0"/>
                  <a:cs typeface="Arial" charset="0"/>
                </a:rPr>
                <a:t>In a value-returning function, the </a:t>
              </a:r>
              <a:r>
                <a:rPr lang="en-US" sz="2800">
                  <a:latin typeface="Courier New" charset="0"/>
                  <a:ea typeface="ヒラギノ角ゴ Pro W3" charset="0"/>
                  <a:cs typeface="Arial" charset="0"/>
                </a:rPr>
                <a:t>return</a:t>
              </a:r>
              <a:r>
                <a:rPr lang="en-US" sz="2800">
                  <a:latin typeface="Arial" charset="0"/>
                  <a:ea typeface="ヒラギノ角ゴ Pro W3" charset="0"/>
                  <a:cs typeface="Arial" charset="0"/>
                </a:rPr>
                <a:t> statement can be used to return a value from function to the point of call. Example:</a:t>
              </a:r>
              <a:br>
                <a:rPr lang="en-US" sz="2800">
                  <a:latin typeface="Arial" charset="0"/>
                  <a:ea typeface="ヒラギノ角ゴ Pro W3" charset="0"/>
                  <a:cs typeface="Arial" charset="0"/>
                </a:rPr>
              </a:br>
              <a:endParaRPr lang="en-US" sz="2800">
                <a:latin typeface="Arial" charset="0"/>
                <a:ea typeface="ヒラギノ角ゴ Pro W3" charset="0"/>
                <a:cs typeface="Arial" charset="0"/>
              </a:endParaRPr>
            </a:p>
            <a:p>
              <a:pPr marL="0" indent="0">
                <a:lnSpc>
                  <a:spcPct val="90000"/>
                </a:lnSpc>
                <a:buNone/>
              </a:pPr>
              <a:br>
                <a:rPr lang="en-US" sz="2800">
                  <a:latin typeface="Arial" charset="0"/>
                  <a:ea typeface="ヒラギノ角ゴ Pro W3" charset="0"/>
                  <a:cs typeface="Arial" charset="0"/>
                </a:rPr>
              </a:br>
              <a:r>
                <a:rPr lang="en-US" sz="2800">
                  <a:latin typeface="Courier New" charset="0"/>
                  <a:ea typeface="ヒラギノ角ゴ Pro W3" charset="0"/>
                  <a:cs typeface="Arial" charset="0"/>
                </a:rPr>
                <a:t>int sum(int num1, int num2)</a:t>
              </a:r>
              <a:br>
                <a:rPr lang="en-US" sz="2800">
                  <a:latin typeface="Courier New" charset="0"/>
                  <a:ea typeface="ヒラギノ角ゴ Pro W3" charset="0"/>
                  <a:cs typeface="Arial" charset="0"/>
                </a:rPr>
              </a:br>
              <a:r>
                <a:rPr lang="en-US" sz="2800">
                  <a:latin typeface="Courier New" charset="0"/>
                  <a:ea typeface="ヒラギノ角ゴ Pro W3" charset="0"/>
                  <a:cs typeface="Arial" charset="0"/>
                </a:rPr>
                <a:t>{</a:t>
              </a:r>
              <a:br>
                <a:rPr lang="en-US" sz="2800">
                  <a:latin typeface="Courier New" charset="0"/>
                  <a:ea typeface="ヒラギノ角ゴ Pro W3" charset="0"/>
                  <a:cs typeface="Arial" charset="0"/>
                </a:rPr>
              </a:br>
              <a:r>
                <a:rPr lang="en-US" sz="2800">
                  <a:latin typeface="Courier New" charset="0"/>
                  <a:ea typeface="ヒラギノ角ゴ Pro W3" charset="0"/>
                  <a:cs typeface="Arial" charset="0"/>
                </a:rPr>
                <a:t>  double result;</a:t>
              </a:r>
              <a:br>
                <a:rPr lang="en-US" sz="2800">
                  <a:latin typeface="Courier New" charset="0"/>
                  <a:ea typeface="ヒラギノ角ゴ Pro W3" charset="0"/>
                  <a:cs typeface="Arial" charset="0"/>
                </a:rPr>
              </a:br>
              <a:r>
                <a:rPr lang="en-US" sz="2800">
                  <a:latin typeface="Courier New" charset="0"/>
                  <a:ea typeface="ヒラギノ角ゴ Pro W3" charset="0"/>
                  <a:cs typeface="Arial" charset="0"/>
                </a:rPr>
                <a:t>  result = num1 + num2;</a:t>
              </a:r>
              <a:br>
                <a:rPr lang="en-US" sz="2800">
                  <a:latin typeface="Courier New" charset="0"/>
                  <a:ea typeface="ヒラギノ角ゴ Pro W3" charset="0"/>
                  <a:cs typeface="Arial" charset="0"/>
                </a:rPr>
              </a:br>
              <a:r>
                <a:rPr lang="en-US" sz="2800">
                  <a:latin typeface="Courier New" charset="0"/>
                  <a:ea typeface="ヒラギノ角ゴ Pro W3" charset="0"/>
                  <a:cs typeface="Arial" charset="0"/>
                </a:rPr>
                <a:t>  return result;</a:t>
              </a:r>
              <a:br>
                <a:rPr lang="en-US" sz="2800">
                  <a:latin typeface="Courier New" charset="0"/>
                  <a:ea typeface="ヒラギノ角ゴ Pro W3" charset="0"/>
                  <a:cs typeface="Arial" charset="0"/>
                </a:rPr>
              </a:br>
              <a:r>
                <a:rPr lang="en-US" sz="2800">
                  <a:latin typeface="Courier New" charset="0"/>
                  <a:ea typeface="ヒラギノ角ゴ Pro W3" charset="0"/>
                  <a:cs typeface="Arial" charset="0"/>
                </a:rPr>
                <a:t>}</a:t>
              </a:r>
            </a:p>
            <a:p>
              <a:pPr>
                <a:lnSpc>
                  <a:spcPct val="90000"/>
                </a:lnSpc>
                <a:buFont typeface="Times" charset="0"/>
                <a:buNone/>
              </a:pPr>
              <a:endParaRPr lang="en-US" sz="2800">
                <a:latin typeface="Arial" charset="0"/>
                <a:ea typeface="ヒラギノ角ゴ Pro W3" charset="0"/>
                <a:cs typeface="Arial" charset="0"/>
              </a:endParaRPr>
            </a:p>
          </p:txBody>
        </p:sp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838685B4-01C7-4D18-857E-CE5E6F850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6610" y="2916868"/>
              <a:ext cx="2420938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sz="3200">
                  <a:solidFill>
                    <a:schemeClr val="accent2">
                      <a:lumMod val="75000"/>
                    </a:schemeClr>
                  </a:solidFill>
                </a:rPr>
                <a:t>Return Type</a:t>
              </a:r>
            </a:p>
          </p:txBody>
        </p:sp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6A28EB89-E995-4ADE-A333-FEC22ECA72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2420" y="3342507"/>
              <a:ext cx="611267" cy="395386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id="{C8A18F69-253D-49E4-93EA-4B11CF7BB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9649" y="5673335"/>
              <a:ext cx="44196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>
                  <a:solidFill>
                    <a:schemeClr val="accent2">
                      <a:lumMod val="75000"/>
                    </a:schemeClr>
                  </a:solidFill>
                </a:rPr>
                <a:t>Value Being Returned</a:t>
              </a:r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98DBF97B-1242-453B-90AD-ADCFC70F3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03848" y="5281620"/>
              <a:ext cx="545801" cy="47918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963653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Returning a Value from a Function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35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CDEB521-2C55-473F-B79F-C05BFB2DDB5C}"/>
              </a:ext>
            </a:extLst>
          </p:cNvPr>
          <p:cNvGrpSpPr/>
          <p:nvPr/>
        </p:nvGrpSpPr>
        <p:grpSpPr>
          <a:xfrm>
            <a:off x="876300" y="2025244"/>
            <a:ext cx="7391400" cy="3352800"/>
            <a:chOff x="304800" y="1981200"/>
            <a:chExt cx="7391400" cy="3352800"/>
          </a:xfrm>
        </p:grpSpPr>
        <p:sp>
          <p:nvSpPr>
            <p:cNvPr id="6" name="Text Box 3">
              <a:extLst>
                <a:ext uri="{FF2B5EF4-FFF2-40B4-BE49-F238E27FC236}">
                  <a16:creationId xmlns:a16="http://schemas.microsoft.com/office/drawing/2014/main" id="{08A123D0-F7E5-4BDD-AFF6-589CD23C5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1981200"/>
              <a:ext cx="6553200" cy="1800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>
                  <a:latin typeface="Courier New" charset="0"/>
                </a:rPr>
                <a:t>	</a:t>
              </a:r>
              <a:r>
                <a:rPr lang="en-US" sz="2800" err="1">
                  <a:latin typeface="Courier New" charset="0"/>
                </a:rPr>
                <a:t>int</a:t>
              </a:r>
              <a:r>
                <a:rPr lang="en-US" sz="2800">
                  <a:latin typeface="Courier New" charset="0"/>
                </a:rPr>
                <a:t> sum(</a:t>
              </a:r>
              <a:r>
                <a:rPr lang="en-US" sz="2800" err="1">
                  <a:latin typeface="Courier New" charset="0"/>
                </a:rPr>
                <a:t>int</a:t>
              </a:r>
              <a:r>
                <a:rPr lang="en-US" sz="2800">
                  <a:latin typeface="Courier New" charset="0"/>
                </a:rPr>
                <a:t> num1, </a:t>
              </a:r>
              <a:r>
                <a:rPr lang="en-US" sz="2800" err="1">
                  <a:latin typeface="Courier New" charset="0"/>
                </a:rPr>
                <a:t>int</a:t>
              </a:r>
              <a:r>
                <a:rPr lang="en-US" sz="2800">
                  <a:latin typeface="Courier New" charset="0"/>
                </a:rPr>
                <a:t> num2)</a:t>
              </a:r>
              <a:br>
                <a:rPr lang="en-US" sz="2800">
                  <a:latin typeface="Courier New" charset="0"/>
                </a:rPr>
              </a:br>
              <a:r>
                <a:rPr lang="en-US" sz="2800">
                  <a:latin typeface="Courier New" charset="0"/>
                </a:rPr>
                <a:t>{</a:t>
              </a:r>
              <a:br>
                <a:rPr lang="en-US" sz="2800">
                  <a:latin typeface="Courier New" charset="0"/>
                </a:rPr>
              </a:br>
              <a:r>
                <a:rPr lang="en-US" sz="2800">
                  <a:latin typeface="Courier New" charset="0"/>
                </a:rPr>
                <a:t>   return num1 + num2;</a:t>
              </a:r>
              <a:br>
                <a:rPr lang="en-US" sz="2800">
                  <a:latin typeface="Courier New" charset="0"/>
                </a:rPr>
              </a:br>
              <a:r>
                <a:rPr lang="en-US" sz="2800">
                  <a:latin typeface="Courier New" charset="0"/>
                </a:rPr>
                <a:t>}</a:t>
              </a:r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6E3FDF14-CBBF-4B46-BFA9-B5A5D5C4F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4267200"/>
              <a:ext cx="7391400" cy="106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/>
                <a:t>Functions can return the values of expressions, such as </a:t>
              </a:r>
              <a:r>
                <a:rPr lang="en-US" sz="3200">
                  <a:latin typeface="Courier New" charset="0"/>
                </a:rPr>
                <a:t>num1 + num2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18791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36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64CCE4D-E7F1-417B-BBD5-C11036EA8183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D9090974-B959-46F4-899B-DCCD565D20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84"/>
            <a:stretch/>
          </p:blipFill>
          <p:spPr bwMode="auto">
            <a:xfrm>
              <a:off x="0" y="0"/>
              <a:ext cx="6142932" cy="4575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C2552809-7218-480E-8A7D-0300FF8104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3707" y="4247535"/>
              <a:ext cx="6210293" cy="2610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711" y="908720"/>
            <a:ext cx="4695095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1939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37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continued …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CFAE26-E122-4838-B42D-6DA4F7BB7E45}"/>
              </a:ext>
            </a:extLst>
          </p:cNvPr>
          <p:cNvGrpSpPr/>
          <p:nvPr/>
        </p:nvGrpSpPr>
        <p:grpSpPr>
          <a:xfrm>
            <a:off x="304800" y="1970924"/>
            <a:ext cx="8534400" cy="3868067"/>
            <a:chOff x="304800" y="2151733"/>
            <a:chExt cx="8534400" cy="3868067"/>
          </a:xfrm>
        </p:grpSpPr>
        <p:sp>
          <p:nvSpPr>
            <p:cNvPr id="9" name="Text Box 3">
              <a:extLst>
                <a:ext uri="{FF2B5EF4-FFF2-40B4-BE49-F238E27FC236}">
                  <a16:creationId xmlns:a16="http://schemas.microsoft.com/office/drawing/2014/main" id="{04E36E6C-BA0D-4935-A1FB-51AD20C2BE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4646613"/>
              <a:ext cx="8534400" cy="137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sz="2800"/>
                <a:t>The statement in line 17 calls the sum function, passing </a:t>
              </a:r>
              <a:r>
                <a:rPr lang="en-US" sz="2800">
                  <a:latin typeface="Courier New" charset="0"/>
                </a:rPr>
                <a:t>value1</a:t>
              </a:r>
              <a:r>
                <a:rPr lang="en-US" sz="2800"/>
                <a:t> and </a:t>
              </a:r>
              <a:r>
                <a:rPr lang="en-US" sz="2800">
                  <a:latin typeface="Courier New" charset="0"/>
                </a:rPr>
                <a:t>value2</a:t>
              </a:r>
              <a:r>
                <a:rPr lang="en-US" sz="2800"/>
                <a:t> as arguments. The return value is assigned to the </a:t>
              </a:r>
              <a:r>
                <a:rPr lang="en-US" sz="2800">
                  <a:latin typeface="Courier New" charset="0"/>
                </a:rPr>
                <a:t>total</a:t>
              </a:r>
              <a:r>
                <a:rPr lang="en-US" sz="2800"/>
                <a:t> variable.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C465E9E-ABAB-41B7-91E3-61F2087FA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560" y="2151733"/>
              <a:ext cx="7315200" cy="24288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59265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Returning a Value from a Function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38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E1C4B5C5-B9F1-4DD8-A3AC-A46D83CCB07C}"/>
              </a:ext>
            </a:extLst>
          </p:cNvPr>
          <p:cNvSpPr txBox="1">
            <a:spLocks noChangeArrowheads="1"/>
          </p:cNvSpPr>
          <p:nvPr/>
        </p:nvSpPr>
        <p:spPr>
          <a:xfrm>
            <a:off x="541839" y="1489075"/>
            <a:ext cx="7845425" cy="38798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The prototype and the definition must indicate the data type of return value (not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void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).</a:t>
            </a:r>
          </a:p>
          <a:p>
            <a:pPr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Calling function should use return value: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assign it to a variable.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send it to </a:t>
            </a:r>
            <a:r>
              <a:rPr lang="en-US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>
                <a:latin typeface="Arial" panose="020B0604020202020204" pitchFamily="34" charset="0"/>
                <a:ea typeface="ヒラギノ角ゴ Pro W3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use it in an expression.</a:t>
            </a:r>
          </a:p>
          <a:p>
            <a:pPr marL="4572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Statements that follow the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return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statement will not be executed. See Example 2.</a:t>
            </a:r>
          </a:p>
          <a:p>
            <a:pPr lvl="1">
              <a:lnSpc>
                <a:spcPct val="90000"/>
              </a:lnSpc>
            </a:pPr>
            <a:endParaRPr lang="en-US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8623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39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00761F5-2F88-491B-93C6-7F96F8C5DDFA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EBA38528-155C-43C8-99BA-29BD9D4CCE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35" t="9636"/>
            <a:stretch/>
          </p:blipFill>
          <p:spPr bwMode="auto">
            <a:xfrm>
              <a:off x="0" y="0"/>
              <a:ext cx="7026490" cy="3817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B0F91D67-C0C5-4136-8A6A-283218957F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4"/>
            <a:stretch/>
          </p:blipFill>
          <p:spPr bwMode="auto">
            <a:xfrm>
              <a:off x="2973249" y="3039903"/>
              <a:ext cx="6170751" cy="3818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711" y="908720"/>
            <a:ext cx="4695095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1166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Returning a Boolean Value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40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8DD6AED5-76C0-41FE-A2EC-0201A2EC9D3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Function can return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true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or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false</a:t>
            </a:r>
            <a:endParaRPr lang="en-US">
              <a:latin typeface="Arial" charset="0"/>
              <a:ea typeface="ヒラギノ角ゴ Pro W3" charset="0"/>
              <a:cs typeface="Arial" charset="0"/>
            </a:endParaRP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Declare return type in function prototype and heading as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bool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</a:t>
            </a: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Function body must contain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return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statement(s) that return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true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or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false</a:t>
            </a:r>
            <a:endParaRPr lang="en-US">
              <a:latin typeface="Arial" charset="0"/>
              <a:ea typeface="ヒラギノ角ゴ Pro W3" charset="0"/>
              <a:cs typeface="Arial" charset="0"/>
            </a:endParaRP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Calling function can use return value in a relational expression</a:t>
            </a:r>
          </a:p>
        </p:txBody>
      </p:sp>
    </p:spTree>
    <p:extLst>
      <p:ext uri="{BB962C8B-B14F-4D97-AF65-F5344CB8AC3E}">
        <p14:creationId xmlns:p14="http://schemas.microsoft.com/office/powerpoint/2010/main" val="38230858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080" y="1700808"/>
            <a:ext cx="3456384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3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41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D263B93-1588-40CB-9BA8-1C3D70B7E8E9}"/>
              </a:ext>
            </a:extLst>
          </p:cNvPr>
          <p:cNvGrpSpPr/>
          <p:nvPr/>
        </p:nvGrpSpPr>
        <p:grpSpPr>
          <a:xfrm>
            <a:off x="0" y="1"/>
            <a:ext cx="9144000" cy="6857999"/>
            <a:chOff x="0" y="1"/>
            <a:chExt cx="9144000" cy="6857999"/>
          </a:xfrm>
        </p:grpSpPr>
        <p:pic>
          <p:nvPicPr>
            <p:cNvPr id="8" name="Picture 4" descr="Pink tissue paper">
              <a:extLst>
                <a:ext uri="{FF2B5EF4-FFF2-40B4-BE49-F238E27FC236}">
                  <a16:creationId xmlns:a16="http://schemas.microsoft.com/office/drawing/2014/main" id="{23CE4CF1-28E2-46D5-99C1-9972E1AEEF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1" t="8010"/>
            <a:stretch/>
          </p:blipFill>
          <p:spPr bwMode="auto">
            <a:xfrm>
              <a:off x="0" y="1"/>
              <a:ext cx="5642292" cy="4266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" name="Group 5">
              <a:extLst>
                <a:ext uri="{FF2B5EF4-FFF2-40B4-BE49-F238E27FC236}">
                  <a16:creationId xmlns:a16="http://schemas.microsoft.com/office/drawing/2014/main" id="{D5433310-6902-4B11-9E97-5AB66BA3DE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4601" y="3019082"/>
              <a:ext cx="5629399" cy="3838918"/>
              <a:chOff x="252" y="912"/>
              <a:chExt cx="5256" cy="2910"/>
            </a:xfrm>
          </p:grpSpPr>
          <p:pic>
            <p:nvPicPr>
              <p:cNvPr id="10" name="Picture 3" descr="Pink tissue paper">
                <a:extLst>
                  <a:ext uri="{FF2B5EF4-FFF2-40B4-BE49-F238E27FC236}">
                    <a16:creationId xmlns:a16="http://schemas.microsoft.com/office/drawing/2014/main" id="{C094EC2F-7C1E-4329-839A-C713F7CBD2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252" y="912"/>
                <a:ext cx="5256" cy="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Picture 4" descr="Pink tissue paper">
                <a:extLst>
                  <a:ext uri="{FF2B5EF4-FFF2-40B4-BE49-F238E27FC236}">
                    <a16:creationId xmlns:a16="http://schemas.microsoft.com/office/drawing/2014/main" id="{410E4810-50B3-4308-8E34-EF18D42BB8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3288"/>
                <a:ext cx="4770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9858646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42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[1]	</a:t>
            </a:r>
            <a:r>
              <a:rPr lang="en-AU" sz="2400"/>
              <a:t>cplusplus.com: Functions</a:t>
            </a:r>
          </a:p>
          <a:p>
            <a:r>
              <a:rPr lang="en-AU" sz="2400"/>
              <a:t>	</a:t>
            </a:r>
            <a:r>
              <a:rPr lang="en-AU" sz="2400">
                <a:hlinkClick r:id="rId3"/>
              </a:rPr>
              <a:t>https://cplusplus.com/doc/tutorial/functions/</a:t>
            </a:r>
            <a:endParaRPr lang="en-AU" sz="2400"/>
          </a:p>
          <a:p>
            <a:r>
              <a:rPr lang="en-AU" sz="2400"/>
              <a:t>[2] 	learncpp.com: 2.2 – Function return values</a:t>
            </a:r>
          </a:p>
          <a:p>
            <a:r>
              <a:rPr lang="en-AU" sz="2400"/>
              <a:t>	</a:t>
            </a:r>
            <a:r>
              <a:rPr lang="en-AU" sz="2400">
                <a:hlinkClick r:id="rId4"/>
              </a:rPr>
              <a:t>https://www.learncpp.com/cpp-tutorial/function-return-</a:t>
            </a:r>
            <a:r>
              <a:rPr lang="en-AU" sz="2400"/>
              <a:t>	</a:t>
            </a:r>
            <a:r>
              <a:rPr lang="en-AU" sz="2400">
                <a:hlinkClick r:id="rId4"/>
              </a:rPr>
              <a:t>values/</a:t>
            </a:r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29808625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1901826"/>
            <a:ext cx="8078390" cy="1117600"/>
          </a:xfrm>
        </p:spPr>
        <p:txBody>
          <a:bodyPr/>
          <a:lstStyle/>
          <a:p>
            <a:pPr algn="ctr"/>
            <a:r>
              <a:rPr lang="en-GB" sz="4400" dirty="0"/>
              <a:t>Local &amp; Global Variables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4124325"/>
            <a:ext cx="6400800" cy="10318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5056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Variables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44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2DF4015-6C34-43D2-B9E8-7741846C1D45}"/>
              </a:ext>
            </a:extLst>
          </p:cNvPr>
          <p:cNvSpPr txBox="1">
            <a:spLocks noChangeArrowheads="1"/>
          </p:cNvSpPr>
          <p:nvPr/>
        </p:nvSpPr>
        <p:spPr>
          <a:xfrm>
            <a:off x="456688" y="1779172"/>
            <a:ext cx="7999413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Variables defined inside a function are </a:t>
            </a:r>
            <a:r>
              <a:rPr lang="en-US" sz="2800" u="sng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local</a:t>
            </a:r>
            <a:r>
              <a:rPr lang="en-US" sz="2800" i="1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to that function. They are hidden from the statements in other functions, which normally cannot access them.</a:t>
            </a:r>
          </a:p>
          <a:p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Because the variables defined in a function are hidden, other functions may have separate, distinct variables with the same name.</a:t>
            </a:r>
          </a:p>
          <a:p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1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C11967E-C5FF-42D2-8E2D-9C1D49DB915A}"/>
              </a:ext>
            </a:extLst>
          </p:cNvPr>
          <p:cNvGrpSpPr/>
          <p:nvPr/>
        </p:nvGrpSpPr>
        <p:grpSpPr>
          <a:xfrm>
            <a:off x="254810" y="156355"/>
            <a:ext cx="6223000" cy="6399465"/>
            <a:chOff x="254810" y="156355"/>
            <a:chExt cx="6223000" cy="6399465"/>
          </a:xfrm>
        </p:grpSpPr>
        <p:pic>
          <p:nvPicPr>
            <p:cNvPr id="8" name="Picture 7" descr="Pink tissue paper">
              <a:extLst>
                <a:ext uri="{FF2B5EF4-FFF2-40B4-BE49-F238E27FC236}">
                  <a16:creationId xmlns:a16="http://schemas.microsoft.com/office/drawing/2014/main" id="{25477F66-88DA-49D0-8521-5EFEAEF7AE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75"/>
            <a:stretch/>
          </p:blipFill>
          <p:spPr bwMode="auto">
            <a:xfrm>
              <a:off x="254810" y="156355"/>
              <a:ext cx="5907988" cy="5397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FC9816D2-8B23-42EE-BD0A-EB9DF923A5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810" y="5554108"/>
              <a:ext cx="6223000" cy="1001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45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711" y="908720"/>
            <a:ext cx="4695095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2223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continued …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46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51CF322-2ADF-445E-A88A-E474B8D73F54}"/>
              </a:ext>
            </a:extLst>
          </p:cNvPr>
          <p:cNvGrpSpPr/>
          <p:nvPr/>
        </p:nvGrpSpPr>
        <p:grpSpPr>
          <a:xfrm>
            <a:off x="395536" y="1117921"/>
            <a:ext cx="7175500" cy="5572245"/>
            <a:chOff x="395536" y="1117921"/>
            <a:chExt cx="7175500" cy="5572245"/>
          </a:xfrm>
        </p:grpSpPr>
        <p:pic>
          <p:nvPicPr>
            <p:cNvPr id="14" name="Picture 4" descr="0613sowc copy">
              <a:extLst>
                <a:ext uri="{FF2B5EF4-FFF2-40B4-BE49-F238E27FC236}">
                  <a16:creationId xmlns:a16="http://schemas.microsoft.com/office/drawing/2014/main" id="{2778A661-6917-4019-94E3-1FCE3691FB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836" y="3461443"/>
              <a:ext cx="6738200" cy="32287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id="{398713FC-5374-41B4-A518-7F0F7F780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36" y="1117921"/>
              <a:ext cx="7175500" cy="2123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marL="342900" indent="-342900" algn="just" eaLnBrk="1" hangingPunct="1">
                <a:spcBef>
                  <a:spcPct val="50000"/>
                </a:spcBef>
                <a:buFont typeface="Arial" panose="020B0604020202020204" pitchFamily="34" charset="0"/>
                <a:buChar char="•"/>
              </a:pPr>
              <a:r>
                <a:rPr lang="en-US"/>
                <a:t>When the program is executing in </a:t>
              </a:r>
              <a:r>
                <a:rPr lang="en-US">
                  <a:latin typeface="Courier New" charset="0"/>
                </a:rPr>
                <a:t>main</a:t>
              </a:r>
              <a:r>
                <a:rPr lang="en-US"/>
                <a:t>, the </a:t>
              </a:r>
              <a:r>
                <a:rPr lang="en-US">
                  <a:latin typeface="Courier New" charset="0"/>
                </a:rPr>
                <a:t>num</a:t>
              </a:r>
              <a:r>
                <a:rPr lang="en-US"/>
                <a:t> variable defined in </a:t>
              </a:r>
              <a:r>
                <a:rPr lang="en-US">
                  <a:latin typeface="Courier New" charset="0"/>
                </a:rPr>
                <a:t>main</a:t>
              </a:r>
              <a:r>
                <a:rPr lang="en-US"/>
                <a:t> is visible only in </a:t>
              </a:r>
              <a:r>
                <a:rPr lang="en-US">
                  <a:latin typeface="Courier New" charset="0"/>
                </a:rPr>
                <a:t>main</a:t>
              </a:r>
              <a:r>
                <a:rPr lang="en-US"/>
                <a:t>.</a:t>
              </a:r>
            </a:p>
            <a:p>
              <a:pPr marL="342900" indent="-342900" algn="just" eaLnBrk="1" hangingPunct="1">
                <a:spcBef>
                  <a:spcPct val="50000"/>
                </a:spcBef>
                <a:buFont typeface="Arial" panose="020B0604020202020204" pitchFamily="34" charset="0"/>
                <a:buChar char="•"/>
              </a:pPr>
              <a:r>
                <a:rPr lang="en-US"/>
                <a:t>The </a:t>
              </a:r>
              <a:r>
                <a:rPr lang="en-US">
                  <a:latin typeface="Courier New" charset="0"/>
                </a:rPr>
                <a:t>num</a:t>
              </a:r>
              <a:r>
                <a:rPr lang="en-US"/>
                <a:t> variable in </a:t>
              </a:r>
              <a:r>
                <a:rPr lang="en-US" err="1">
                  <a:latin typeface="Courier New" charset="0"/>
                </a:rPr>
                <a:t>anotherFunction</a:t>
              </a:r>
              <a:r>
                <a:rPr lang="en-US"/>
                <a:t> is visible only in </a:t>
              </a:r>
              <a:r>
                <a:rPr lang="en-US" err="1">
                  <a:latin typeface="Courier New" charset="0"/>
                </a:rPr>
                <a:t>anotherFunction</a:t>
              </a:r>
              <a:r>
                <a:rPr lang="en-US">
                  <a:latin typeface="Courier New" charset="0"/>
                </a:rPr>
                <a:t> </a:t>
              </a:r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and is separate from the </a:t>
              </a:r>
              <a:r>
                <a:rPr lang="en-US">
                  <a:latin typeface="Courier New" charset="0"/>
                </a:rPr>
                <a:t>num</a:t>
              </a:r>
              <a:r>
                <a:rPr lang="en-US">
                  <a:latin typeface="Arial" panose="020B0604020202020204" pitchFamily="34" charset="0"/>
                  <a:cs typeface="Arial" panose="020B0604020202020204" pitchFamily="34" charset="0"/>
                </a:rPr>
                <a:t> used </a:t>
              </a:r>
              <a:r>
                <a:rPr lang="en-US"/>
                <a:t>in </a:t>
              </a:r>
              <a:r>
                <a:rPr lang="en-US">
                  <a:latin typeface="Courier New" charset="0"/>
                </a:rPr>
                <a:t>main</a:t>
              </a:r>
              <a:r>
                <a:rPr lang="en-US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17453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Lifetime of a Local Variable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47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61256E2E-340B-46C5-93E5-A8E280697696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570038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A function’s local variables exist only while the function is executing. This is known as the </a:t>
            </a:r>
            <a:r>
              <a:rPr lang="en-US" sz="2800" i="1">
                <a:latin typeface="Arial" charset="0"/>
                <a:ea typeface="ヒラギノ角ゴ Pro W3" charset="0"/>
                <a:cs typeface="Arial" charset="0"/>
              </a:rPr>
              <a:t>lifetime 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of a local variable.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When the function begins, its local variables and its parameter variables are </a:t>
            </a:r>
            <a:r>
              <a:rPr lang="en-US" sz="2800" u="sng">
                <a:latin typeface="Arial" charset="0"/>
                <a:ea typeface="ヒラギノ角ゴ Pro W3" charset="0"/>
                <a:cs typeface="Arial" charset="0"/>
              </a:rPr>
              <a:t>created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in memory, and when the function ends, the local variables and parameter variables are </a:t>
            </a:r>
            <a:r>
              <a:rPr lang="en-US" sz="2800" u="sng">
                <a:latin typeface="Arial" charset="0"/>
                <a:ea typeface="ヒラギノ角ゴ Pro W3" charset="0"/>
                <a:cs typeface="Arial" charset="0"/>
              </a:rPr>
              <a:t>destroyed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.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This means that any value stored in a local variable in a called function is </a:t>
            </a:r>
            <a:r>
              <a:rPr lang="en-US" sz="2800" u="sng">
                <a:latin typeface="Arial" charset="0"/>
                <a:ea typeface="ヒラギノ角ゴ Pro W3" charset="0"/>
                <a:cs typeface="Arial" charset="0"/>
              </a:rPr>
              <a:t>lost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when the called function ends and execution returns to the calling function.</a:t>
            </a:r>
          </a:p>
          <a:p>
            <a:pPr>
              <a:lnSpc>
                <a:spcPct val="90000"/>
              </a:lnSpc>
              <a:buFont typeface="Times" charset="0"/>
              <a:buNone/>
            </a:pP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3264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48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Variables &amp; Global Constants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ABDC902-C2F5-4616-82A5-812408A3B3BD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828800"/>
            <a:ext cx="8229600" cy="42620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A global variable is any variable defined </a:t>
            </a:r>
            <a:r>
              <a:rPr lang="en-US" sz="2800" u="sng">
                <a:latin typeface="Arial" charset="0"/>
                <a:ea typeface="ヒラギノ角ゴ Pro W3" charset="0"/>
                <a:cs typeface="Arial" charset="0"/>
              </a:rPr>
              <a:t>outside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all the functions in a program. 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The scope of a global variable is the portion of the program from the global variable definition to the end of the source code. 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This means that a global variable can be accessed by </a:t>
            </a:r>
            <a:r>
              <a:rPr lang="en-US" sz="2800" i="1" u="sng">
                <a:latin typeface="Arial" charset="0"/>
                <a:ea typeface="ヒラギノ角ゴ Pro W3" charset="0"/>
                <a:cs typeface="Arial" charset="0"/>
              </a:rPr>
              <a:t>all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functions that are defined after the global variable is defined.</a:t>
            </a:r>
          </a:p>
        </p:txBody>
      </p:sp>
    </p:spTree>
    <p:extLst>
      <p:ext uri="{BB962C8B-B14F-4D97-AF65-F5344CB8AC3E}">
        <p14:creationId xmlns:p14="http://schemas.microsoft.com/office/powerpoint/2010/main" val="25763009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Warning on using Global Variables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49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4014D7E-9179-4D02-A4C3-796FFC1715A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You should avoid using global variables because they make programs difficult to debug.</a:t>
            </a:r>
            <a:br>
              <a:rPr lang="en-US">
                <a:solidFill>
                  <a:srgbClr val="FFFF00"/>
                </a:solidFill>
                <a:latin typeface="Arial" charset="0"/>
                <a:ea typeface="ヒラギノ角ゴ Pro W3" charset="0"/>
                <a:cs typeface="Arial" charset="0"/>
              </a:rPr>
            </a:br>
            <a:endParaRPr lang="en-US">
              <a:solidFill>
                <a:srgbClr val="FFFF00"/>
              </a:solidFill>
              <a:latin typeface="Arial" charset="0"/>
              <a:ea typeface="ヒラギノ角ゴ Pro W3" charset="0"/>
              <a:cs typeface="Arial" charset="0"/>
            </a:endParaRP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Any global that you create should be </a:t>
            </a:r>
            <a:r>
              <a:rPr lang="en-US" i="1">
                <a:latin typeface="Arial" charset="0"/>
                <a:ea typeface="ヒラギノ角ゴ Pro W3" charset="0"/>
                <a:cs typeface="Arial" charset="0"/>
              </a:rPr>
              <a:t>global constants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3637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F4C724-81B1-421E-977D-2F36CF301D67}"/>
              </a:ext>
            </a:extLst>
          </p:cNvPr>
          <p:cNvGrpSpPr/>
          <p:nvPr/>
        </p:nvGrpSpPr>
        <p:grpSpPr>
          <a:xfrm>
            <a:off x="323528" y="1527330"/>
            <a:ext cx="8709025" cy="4749314"/>
            <a:chOff x="323528" y="1527330"/>
            <a:chExt cx="8709025" cy="4749314"/>
          </a:xfrm>
        </p:grpSpPr>
        <p:pic>
          <p:nvPicPr>
            <p:cNvPr id="8" name="Picture 5" descr="Pink tissue paper">
              <a:extLst>
                <a:ext uri="{FF2B5EF4-FFF2-40B4-BE49-F238E27FC236}">
                  <a16:creationId xmlns:a16="http://schemas.microsoft.com/office/drawing/2014/main" id="{BCBE6084-1FCB-433A-97BA-8E7C5BC75B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1752269"/>
              <a:ext cx="6629400" cy="452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3">
              <a:extLst>
                <a:ext uri="{FF2B5EF4-FFF2-40B4-BE49-F238E27FC236}">
                  <a16:creationId xmlns:a16="http://schemas.microsoft.com/office/drawing/2014/main" id="{BAC4D637-08D0-45E4-B858-63C2B045D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3303" y="1527330"/>
              <a:ext cx="4159250" cy="15621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schemeClr val="accent2">
                      <a:lumMod val="75000"/>
                    </a:schemeClr>
                  </a:solidFill>
                </a:rPr>
                <a:t>	Global constants defined for values that do not change throughout the program’s execution</a:t>
              </a:r>
              <a:r>
                <a:rPr lang="en-US">
                  <a:solidFill>
                    <a:srgbClr val="FFFF00"/>
                  </a:solidFill>
                </a:rPr>
                <a:t>.</a:t>
              </a:r>
            </a:p>
          </p:txBody>
        </p:sp>
        <p:sp>
          <p:nvSpPr>
            <p:cNvPr id="10" name="Line 4">
              <a:extLst>
                <a:ext uri="{FF2B5EF4-FFF2-40B4-BE49-F238E27FC236}">
                  <a16:creationId xmlns:a16="http://schemas.microsoft.com/office/drawing/2014/main" id="{F594B1EA-C363-4268-A595-F3240EAD65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71552" y="2420887"/>
              <a:ext cx="1301751" cy="99508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AU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50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82" y="246317"/>
            <a:ext cx="4695095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2912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 continued …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51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6D474AD-149E-4236-837E-97562B9B289E}"/>
              </a:ext>
            </a:extLst>
          </p:cNvPr>
          <p:cNvGrpSpPr/>
          <p:nvPr/>
        </p:nvGrpSpPr>
        <p:grpSpPr>
          <a:xfrm>
            <a:off x="533400" y="1530350"/>
            <a:ext cx="7391400" cy="4799013"/>
            <a:chOff x="533400" y="1530350"/>
            <a:chExt cx="7391400" cy="4799013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D2366939-4E01-4C2C-8F61-D5D19E35F9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2778125"/>
              <a:ext cx="4876800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9C9FF775-5C94-4F99-BAD6-36890488E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3657600"/>
              <a:ext cx="4594225" cy="1114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E327AB28-3F4E-43C7-BC26-B4AD943AD3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5181600"/>
              <a:ext cx="5715000" cy="1147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78B1E7E7-1648-4621-8B92-3538ECA74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1530350"/>
              <a:ext cx="5867400" cy="8318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schemeClr val="accent2">
                      <a:lumMod val="75000"/>
                    </a:schemeClr>
                  </a:solidFill>
                </a:rPr>
                <a:t>The constants are then used for those values throughout the program.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44820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Initialising Local &amp; Global Variables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52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339BE7CD-10EB-417A-812D-3D81747E8874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8288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Local variables are not automatically initialized. They must be initialized by programmer.</a:t>
            </a:r>
            <a:br>
              <a:rPr lang="en-US">
                <a:latin typeface="Arial" charset="0"/>
                <a:ea typeface="ヒラギノ角ゴ Pro W3" charset="0"/>
                <a:cs typeface="Arial" charset="0"/>
              </a:rPr>
            </a:br>
            <a:endParaRPr lang="en-US">
              <a:latin typeface="Arial" charset="0"/>
              <a:ea typeface="ヒラギノ角ゴ Pro W3" charset="0"/>
              <a:cs typeface="Arial" charset="0"/>
            </a:endParaRP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Global variables (not constants) are automatically initialized to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0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(numeric) or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NULL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(character) when the variable is defined.</a:t>
            </a:r>
            <a:endParaRPr lang="en-US" u="sng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9973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53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[1]	</a:t>
            </a:r>
            <a:r>
              <a:rPr lang="en-AU" sz="2400"/>
              <a:t>cplusplus.com: Variables. Data Types.</a:t>
            </a:r>
          </a:p>
          <a:p>
            <a:r>
              <a:rPr lang="en-AU" sz="2400"/>
              <a:t>	</a:t>
            </a:r>
            <a:r>
              <a:rPr lang="en-AU" sz="2400">
                <a:hlinkClick r:id="rId3"/>
              </a:rPr>
              <a:t>https://www.cplusplus.com/doc/oldtutorial/variables/</a:t>
            </a:r>
            <a:endParaRPr lang="en-AU" sz="2400"/>
          </a:p>
          <a:p>
            <a:r>
              <a:rPr lang="en-AU" sz="2400"/>
              <a:t>[2] 	learncpp.com: 6.3 – Local variables</a:t>
            </a:r>
          </a:p>
          <a:p>
            <a:r>
              <a:rPr lang="en-AU" sz="2400"/>
              <a:t>	</a:t>
            </a:r>
            <a:r>
              <a:rPr lang="en-AU" sz="2400">
                <a:hlinkClick r:id="rId4"/>
              </a:rPr>
              <a:t>https://www.learncpp.com/cpp-tutorial/local-variables/</a:t>
            </a:r>
            <a:endParaRPr lang="en-AU" sz="2400"/>
          </a:p>
          <a:p>
            <a:r>
              <a:rPr lang="en-AU" sz="2400"/>
              <a:t>[3]	learncpp.com: 6.4 – Introduction to global variables</a:t>
            </a:r>
          </a:p>
          <a:p>
            <a:r>
              <a:rPr lang="en-AU" sz="2400"/>
              <a:t>	</a:t>
            </a:r>
            <a:r>
              <a:rPr lang="en-AU" sz="2400">
                <a:hlinkClick r:id="rId5"/>
              </a:rPr>
              <a:t>https://www.learncpp.com/cpp-tutorial/introduction-to-</a:t>
            </a:r>
            <a:r>
              <a:rPr lang="en-AU" sz="2400"/>
              <a:t>	</a:t>
            </a:r>
            <a:r>
              <a:rPr lang="en-AU" sz="2400">
                <a:hlinkClick r:id="rId5"/>
              </a:rPr>
              <a:t>global-variables/</a:t>
            </a:r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8309761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1701801"/>
            <a:ext cx="8202215" cy="1511176"/>
          </a:xfrm>
        </p:spPr>
        <p:txBody>
          <a:bodyPr/>
          <a:lstStyle/>
          <a:p>
            <a:pPr algn="ctr"/>
            <a:r>
              <a:rPr lang="en-GB" sz="4400" dirty="0"/>
              <a:t>Static Local Variables &amp; Default Arguments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371600" y="39117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1383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 Local Variables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55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03894A3C-AD58-4E4B-88EC-6A605162294D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Local variables only exist while the function is executing.  When the function terminates, the contents of local variables are lost.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Courier New" charset="0"/>
                <a:ea typeface="ヒラギノ角ゴ Pro W3" charset="0"/>
                <a:cs typeface="Arial" charset="0"/>
              </a:rPr>
              <a:t>static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local variables retain their contents between function calls.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Courier New" charset="0"/>
                <a:ea typeface="ヒラギノ角ゴ Pro W3" charset="0"/>
                <a:cs typeface="Arial" charset="0"/>
              </a:rPr>
              <a:t>static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local variables are defined and initialized only the first time the function is executed.  </a:t>
            </a:r>
            <a:r>
              <a:rPr lang="en-US" sz="2800">
                <a:latin typeface="Courier New" charset="0"/>
                <a:ea typeface="ヒラギノ角ゴ Pro W3" charset="0"/>
                <a:cs typeface="Arial" charset="0"/>
              </a:rPr>
              <a:t>0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is the default initialization value.</a:t>
            </a:r>
          </a:p>
        </p:txBody>
      </p:sp>
    </p:spTree>
    <p:extLst>
      <p:ext uri="{BB962C8B-B14F-4D97-AF65-F5344CB8AC3E}">
        <p14:creationId xmlns:p14="http://schemas.microsoft.com/office/powerpoint/2010/main" val="33435946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958EFFE-687E-443E-8AAA-FC8FCCEFBC5E}"/>
              </a:ext>
            </a:extLst>
          </p:cNvPr>
          <p:cNvGrpSpPr/>
          <p:nvPr/>
        </p:nvGrpSpPr>
        <p:grpSpPr>
          <a:xfrm>
            <a:off x="90287" y="44624"/>
            <a:ext cx="8946209" cy="6753894"/>
            <a:chOff x="197792" y="104106"/>
            <a:chExt cx="8946209" cy="6753894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6A810C23-0F05-46FC-8EEA-3619D96E27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8" t="10571"/>
            <a:stretch/>
          </p:blipFill>
          <p:spPr bwMode="auto">
            <a:xfrm>
              <a:off x="197792" y="104106"/>
              <a:ext cx="7570123" cy="3769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E521468A-129B-4E63-AE85-A03031D8A2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" t="11457"/>
            <a:stretch/>
          </p:blipFill>
          <p:spPr bwMode="auto">
            <a:xfrm>
              <a:off x="2679271" y="3310579"/>
              <a:ext cx="6464730" cy="3547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 Box 3">
              <a:extLst>
                <a:ext uri="{FF2B5EF4-FFF2-40B4-BE49-F238E27FC236}">
                  <a16:creationId xmlns:a16="http://schemas.microsoft.com/office/drawing/2014/main" id="{5552FD4A-CA37-4034-99F8-F58EE87F5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792" y="3873399"/>
              <a:ext cx="2481479" cy="2554545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>
                  <a:solidFill>
                    <a:schemeClr val="accent2">
                      <a:lumMod val="75000"/>
                    </a:schemeClr>
                  </a:solidFill>
                </a:rPr>
                <a:t>In this program, each time </a:t>
              </a:r>
              <a:r>
                <a:rPr lang="en-US" sz="2000" err="1">
                  <a:solidFill>
                    <a:schemeClr val="accent2">
                      <a:lumMod val="75000"/>
                    </a:schemeClr>
                  </a:solidFill>
                  <a:latin typeface="Courier New" charset="0"/>
                </a:rPr>
                <a:t>showLocal</a:t>
              </a:r>
              <a:r>
                <a:rPr lang="en-US" sz="2000">
                  <a:solidFill>
                    <a:schemeClr val="accent2">
                      <a:lumMod val="75000"/>
                    </a:schemeClr>
                  </a:solidFill>
                </a:rPr>
                <a:t> is called, the </a:t>
              </a:r>
              <a:r>
                <a:rPr lang="en-US" sz="2000" err="1">
                  <a:solidFill>
                    <a:schemeClr val="accent2">
                      <a:lumMod val="75000"/>
                    </a:schemeClr>
                  </a:solidFill>
                  <a:latin typeface="Courier New" charset="0"/>
                </a:rPr>
                <a:t>localNum</a:t>
              </a:r>
              <a:r>
                <a:rPr lang="en-US" sz="2000">
                  <a:solidFill>
                    <a:schemeClr val="accent2">
                      <a:lumMod val="75000"/>
                    </a:schemeClr>
                  </a:solidFill>
                </a:rPr>
                <a:t> variable is re-created and initialized with the value 5.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56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711" y="908720"/>
            <a:ext cx="4695095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1: Local Variables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6182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7040879-2983-4C69-9175-192868157B75}"/>
              </a:ext>
            </a:extLst>
          </p:cNvPr>
          <p:cNvGrpSpPr/>
          <p:nvPr/>
        </p:nvGrpSpPr>
        <p:grpSpPr>
          <a:xfrm>
            <a:off x="107504" y="973088"/>
            <a:ext cx="8892480" cy="5884911"/>
            <a:chOff x="1" y="726613"/>
            <a:chExt cx="9143999" cy="6131386"/>
          </a:xfrm>
        </p:grpSpPr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3F76D60D-FAAF-4ACF-A5E3-6D54D4593A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4" t="12021"/>
            <a:stretch/>
          </p:blipFill>
          <p:spPr bwMode="auto">
            <a:xfrm>
              <a:off x="1" y="726613"/>
              <a:ext cx="6256490" cy="3263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2EC2E92-3113-4801-8C7B-76AD46640D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5814" y="3175240"/>
              <a:ext cx="6458186" cy="3682759"/>
              <a:chOff x="354" y="788"/>
              <a:chExt cx="4702" cy="2823"/>
            </a:xfrm>
          </p:grpSpPr>
          <p:pic>
            <p:nvPicPr>
              <p:cNvPr id="14" name="Picture 2">
                <a:extLst>
                  <a:ext uri="{FF2B5EF4-FFF2-40B4-BE49-F238E27FC236}">
                    <a16:creationId xmlns:a16="http://schemas.microsoft.com/office/drawing/2014/main" id="{8D50B7C2-8A66-4236-A982-CDEEE71067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80" t="7972"/>
              <a:stretch/>
            </p:blipFill>
            <p:spPr bwMode="auto">
              <a:xfrm>
                <a:off x="354" y="788"/>
                <a:ext cx="4702" cy="28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Text Box 3">
                <a:extLst>
                  <a:ext uri="{FF2B5EF4-FFF2-40B4-BE49-F238E27FC236}">
                    <a16:creationId xmlns:a16="http://schemas.microsoft.com/office/drawing/2014/main" id="{1DEB947E-EA74-4782-A41F-AB76D02F08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852"/>
                <a:ext cx="3264" cy="6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000">
                    <a:solidFill>
                      <a:srgbClr val="FF6600"/>
                    </a:solidFill>
                    <a:latin typeface="Courier New" charset="0"/>
                  </a:rPr>
                  <a:t>statNum</a:t>
                </a:r>
                <a:r>
                  <a:rPr lang="en-US" sz="2000">
                    <a:solidFill>
                      <a:srgbClr val="FF6600"/>
                    </a:solidFill>
                  </a:rPr>
                  <a:t> is automatically initialized   to 0. Notice that it retains its value between function calls.</a:t>
                </a:r>
              </a:p>
            </p:txBody>
          </p:sp>
          <p:sp>
            <p:nvSpPr>
              <p:cNvPr id="16" name="Line 4">
                <a:extLst>
                  <a:ext uri="{FF2B5EF4-FFF2-40B4-BE49-F238E27FC236}">
                    <a16:creationId xmlns:a16="http://schemas.microsoft.com/office/drawing/2014/main" id="{D73DB007-9AD8-4587-8773-1552CC2443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8" y="2995"/>
                <a:ext cx="536" cy="1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AU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57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64288" cy="1124744"/>
          </a:xfrm>
        </p:spPr>
        <p:txBody>
          <a:bodyPr>
            <a:noAutofit/>
          </a:bodyPr>
          <a:lstStyle/>
          <a:p>
            <a:r>
              <a:rPr lang="en-AU" sz="3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2: Static Local Variables</a:t>
            </a:r>
            <a:endParaRPr lang="en-GB" sz="3600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8292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58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2" name="Text Box 2">
            <a:extLst>
              <a:ext uri="{FF2B5EF4-FFF2-40B4-BE49-F238E27FC236}">
                <a16:creationId xmlns:a16="http://schemas.microsoft.com/office/drawing/2014/main" id="{E49866B5-0EEF-4348-A0F9-927C49561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857" y="260648"/>
            <a:ext cx="6966177" cy="2292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600">
                <a:solidFill>
                  <a:schemeClr val="accent2">
                    <a:lumMod val="75000"/>
                  </a:schemeClr>
                </a:solidFill>
              </a:rPr>
              <a:t>If you initialize a local static variable, the initialization only </a:t>
            </a:r>
            <a:r>
              <a:rPr lang="en-US" sz="2600" b="1" u="sng">
                <a:solidFill>
                  <a:schemeClr val="accent2">
                    <a:lumMod val="75000"/>
                  </a:schemeClr>
                </a:solidFill>
              </a:rPr>
              <a:t>happens once</a:t>
            </a:r>
            <a:r>
              <a:rPr lang="en-US" sz="260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457200" indent="-4572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600">
                <a:solidFill>
                  <a:schemeClr val="accent2">
                    <a:lumMod val="75000"/>
                  </a:schemeClr>
                </a:solidFill>
              </a:rPr>
              <a:t>The lifetime of a static variable is from the moment it is invoked till the end of the program.</a:t>
            </a:r>
          </a:p>
        </p:txBody>
      </p:sp>
      <p:pic>
        <p:nvPicPr>
          <p:cNvPr id="17" name="Picture 4" descr="Pink tissue paper">
            <a:extLst>
              <a:ext uri="{FF2B5EF4-FFF2-40B4-BE49-F238E27FC236}">
                <a16:creationId xmlns:a16="http://schemas.microsoft.com/office/drawing/2014/main" id="{27965DB7-3210-447D-BCB5-CFB57618D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238" y="2492896"/>
            <a:ext cx="7239000" cy="432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77113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 Arguments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59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78E76293-A916-4EC0-B803-BE318089275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30097"/>
            <a:ext cx="8305800" cy="4690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Times" charset="0"/>
              <a:buNone/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	A </a:t>
            </a:r>
            <a:r>
              <a:rPr lang="en-US" sz="2800" u="sng">
                <a:latin typeface="Arial" charset="0"/>
                <a:ea typeface="ヒラギノ角ゴ Pro W3" charset="0"/>
                <a:cs typeface="Arial" charset="0"/>
              </a:rPr>
              <a:t>Default argument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 is an argument that is passed automatically to a parameter if the argument is missing on the function call.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Must be a constant declared in prototype: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void evenOrOdd(int = 0);</a:t>
            </a:r>
            <a:endParaRPr lang="en-US" sz="24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Can be declared in header if no prototype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Multi-parameter functions may have default arguments for some or all of them: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int getSum(int, int=0, int=0);</a:t>
            </a:r>
            <a:endParaRPr lang="en-US" sz="240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6660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60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0AF3D6C-4210-40C4-B011-0A8FD3767E00}"/>
              </a:ext>
            </a:extLst>
          </p:cNvPr>
          <p:cNvGrpSpPr/>
          <p:nvPr/>
        </p:nvGrpSpPr>
        <p:grpSpPr>
          <a:xfrm>
            <a:off x="0" y="41818"/>
            <a:ext cx="9144001" cy="6816182"/>
            <a:chOff x="0" y="41818"/>
            <a:chExt cx="9144001" cy="6816182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B38DC3C0-AACA-4255-8CF7-2579C9F2D7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5" t="10509"/>
            <a:stretch/>
          </p:blipFill>
          <p:spPr bwMode="auto">
            <a:xfrm>
              <a:off x="0" y="503245"/>
              <a:ext cx="5542207" cy="3060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3">
              <a:extLst>
                <a:ext uri="{FF2B5EF4-FFF2-40B4-BE49-F238E27FC236}">
                  <a16:creationId xmlns:a16="http://schemas.microsoft.com/office/drawing/2014/main" id="{83CC7DE7-5018-4E65-8D07-0A554E290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06" y="41818"/>
              <a:ext cx="6248400" cy="461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schemeClr val="accent2">
                      <a:lumMod val="75000"/>
                    </a:schemeClr>
                  </a:solidFill>
                </a:rPr>
                <a:t>Default arguments specified in the prototype</a:t>
              </a:r>
            </a:p>
          </p:txBody>
        </p:sp>
        <p:sp>
          <p:nvSpPr>
            <p:cNvPr id="11" name="Line 4">
              <a:extLst>
                <a:ext uri="{FF2B5EF4-FFF2-40B4-BE49-F238E27FC236}">
                  <a16:creationId xmlns:a16="http://schemas.microsoft.com/office/drawing/2014/main" id="{4019C63E-D598-4FF3-9DB0-33D7B0B27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52729" y="503245"/>
              <a:ext cx="557915" cy="106884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AU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9ECA8AE-D843-4A02-8079-4D15375704FE}"/>
                </a:ext>
              </a:extLst>
            </p:cNvPr>
            <p:cNvCxnSpPr/>
            <p:nvPr/>
          </p:nvCxnSpPr>
          <p:spPr>
            <a:xfrm flipH="1">
              <a:off x="3143150" y="430458"/>
              <a:ext cx="333836" cy="104472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C6A4B353-FCF2-459B-997B-68415AB0C7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9185" y="3129956"/>
              <a:ext cx="4594816" cy="3728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6345A9A0-D583-407D-AE66-6729647E2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04456"/>
            <a:ext cx="4695095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3: Default Arguments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6853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61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 Arguments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5B1543C-8E7F-433F-AFF8-E81E89C64E2C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218332"/>
            <a:ext cx="85344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If not all parameters to a function have default values, the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default less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ones are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declared first 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in the parameter list:</a:t>
            </a:r>
          </a:p>
          <a:p>
            <a:pPr lvl="1">
              <a:lnSpc>
                <a:spcPct val="85000"/>
              </a:lnSpc>
              <a:buClr>
                <a:srgbClr val="3333CC"/>
              </a:buClr>
              <a:buFontTx/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int getSum(int, int=0, int=0);// OK</a:t>
            </a:r>
          </a:p>
          <a:p>
            <a:pPr lvl="1">
              <a:lnSpc>
                <a:spcPct val="85000"/>
              </a:lnSpc>
              <a:buClr>
                <a:srgbClr val="3333CC"/>
              </a:buClr>
              <a:buFontTx/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int getSum(int, int=0, int);  // NO</a:t>
            </a:r>
            <a:endParaRPr lang="en-US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When an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argument is omitted from a function call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, all arguments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after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it must also be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omitted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:</a:t>
            </a:r>
          </a:p>
          <a:p>
            <a:pPr lvl="1">
              <a:lnSpc>
                <a:spcPct val="85000"/>
              </a:lnSpc>
              <a:buClr>
                <a:srgbClr val="3333CC"/>
              </a:buClr>
              <a:buFontTx/>
              <a:buNone/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sum = getSum(num1, num2);    // OK</a:t>
            </a:r>
          </a:p>
          <a:p>
            <a:pPr lvl="1">
              <a:lnSpc>
                <a:spcPct val="85000"/>
              </a:lnSpc>
              <a:buClr>
                <a:srgbClr val="3333CC"/>
              </a:buClr>
              <a:buFontTx/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	sum = getSum(num1, , num3);  // NO</a:t>
            </a:r>
          </a:p>
        </p:txBody>
      </p:sp>
    </p:spTree>
    <p:extLst>
      <p:ext uri="{BB962C8B-B14F-4D97-AF65-F5344CB8AC3E}">
        <p14:creationId xmlns:p14="http://schemas.microsoft.com/office/powerpoint/2010/main" val="12984368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62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[1]	</a:t>
            </a:r>
            <a:r>
              <a:rPr lang="en-AU" sz="2400"/>
              <a:t>cplusplus.com: Variables. Data Types.</a:t>
            </a:r>
          </a:p>
          <a:p>
            <a:r>
              <a:rPr lang="en-AU" sz="2400"/>
              <a:t>	</a:t>
            </a:r>
            <a:r>
              <a:rPr lang="en-AU" sz="2400">
                <a:hlinkClick r:id="rId3"/>
              </a:rPr>
              <a:t>https://www.cplusplus.com/doc/oldtutorial/variables/</a:t>
            </a:r>
            <a:endParaRPr lang="en-AU" sz="2400"/>
          </a:p>
          <a:p>
            <a:r>
              <a:rPr lang="en-AU" sz="2400"/>
              <a:t>[2] 	learncpp.com: 6.10 – Static local variables</a:t>
            </a:r>
          </a:p>
          <a:p>
            <a:r>
              <a:rPr lang="en-AU" sz="2400"/>
              <a:t>	</a:t>
            </a:r>
            <a:r>
              <a:rPr lang="en-AU" sz="2400">
                <a:hlinkClick r:id="rId4"/>
              </a:rPr>
              <a:t>https://www.learncpp.com/cpp-tutorial/static-local-</a:t>
            </a:r>
            <a:r>
              <a:rPr lang="en-AU" sz="2400"/>
              <a:t>	</a:t>
            </a:r>
            <a:r>
              <a:rPr lang="en-AU" sz="2400">
                <a:hlinkClick r:id="rId4"/>
              </a:rPr>
              <a:t>variables/</a:t>
            </a:r>
            <a:endParaRPr lang="en-AU" sz="2400"/>
          </a:p>
          <a:p>
            <a:r>
              <a:rPr lang="en-AU" sz="2400"/>
              <a:t>[3]	learncpp.com: 7.7 – Default arguments</a:t>
            </a:r>
          </a:p>
          <a:p>
            <a:r>
              <a:rPr lang="en-AU" sz="2400"/>
              <a:t>	</a:t>
            </a:r>
            <a:r>
              <a:rPr lang="en-AU" sz="2400">
                <a:hlinkClick r:id="rId5"/>
              </a:rPr>
              <a:t>https://www.learncpp.com/cpp-tutorial/77-default-</a:t>
            </a:r>
            <a:r>
              <a:rPr lang="en-AU" sz="2400"/>
              <a:t>	</a:t>
            </a:r>
            <a:r>
              <a:rPr lang="en-AU" sz="2400">
                <a:hlinkClick r:id="rId5"/>
              </a:rPr>
              <a:t>arguments/</a:t>
            </a:r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23792263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1701800"/>
            <a:ext cx="8021240" cy="1431925"/>
          </a:xfrm>
        </p:spPr>
        <p:txBody>
          <a:bodyPr/>
          <a:lstStyle/>
          <a:p>
            <a:pPr algn="ctr"/>
            <a:r>
              <a:rPr lang="en-GB" sz="4400" dirty="0"/>
              <a:t>Reference Variables &amp; Function Overloading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371600" y="4229100"/>
            <a:ext cx="6400800" cy="10794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3101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 Variable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64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E2BB1F81-7F61-4F21-B4E5-228BEFEE06F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806575"/>
            <a:ext cx="8153400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A mechanism that allows a function to work with the original argument from the function call, not a copy of the argument.</a:t>
            </a: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Allows the function to modify values stored in the calling environment.</a:t>
            </a:r>
          </a:p>
          <a:p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Provides a way for the function to ‘return’ more than one value.</a:t>
            </a:r>
          </a:p>
        </p:txBody>
      </p:sp>
    </p:spTree>
    <p:extLst>
      <p:ext uri="{BB962C8B-B14F-4D97-AF65-F5344CB8AC3E}">
        <p14:creationId xmlns:p14="http://schemas.microsoft.com/office/powerpoint/2010/main" val="6984964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Passing by Reference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65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E2C31F1-154C-4DDB-A62D-AB0DA53DF4B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A </a:t>
            </a:r>
            <a:r>
              <a:rPr lang="en-US" u="sng">
                <a:latin typeface="Arial" charset="0"/>
                <a:ea typeface="ヒラギノ角ゴ Pro W3" charset="0"/>
                <a:cs typeface="Arial" charset="0"/>
              </a:rPr>
              <a:t>reference variable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is an alias for another variable.</a:t>
            </a:r>
          </a:p>
          <a:p>
            <a:pPr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Defined with an ampersand (</a:t>
            </a:r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&amp;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void </a:t>
            </a:r>
            <a:r>
              <a:rPr lang="en-US" err="1">
                <a:latin typeface="Courier New" charset="0"/>
                <a:ea typeface="ヒラギノ角ゴ Pro W3" charset="0"/>
                <a:cs typeface="Arial" charset="0"/>
              </a:rPr>
              <a:t>getDimensions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(int&amp;, int&amp;);</a:t>
            </a:r>
            <a:endParaRPr lang="en-US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Changes to a reference variable are made to the variable it refers to.</a:t>
            </a:r>
          </a:p>
          <a:p>
            <a:pPr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Use reference variables to implement passing parameters by</a:t>
            </a:r>
            <a:r>
              <a:rPr lang="en-US" i="1">
                <a:latin typeface="Arial" charset="0"/>
                <a:ea typeface="ヒラギノ角ゴ Pro W3" charset="0"/>
                <a:cs typeface="Arial" charset="0"/>
              </a:rPr>
              <a:t> reference.</a:t>
            </a:r>
          </a:p>
        </p:txBody>
      </p:sp>
    </p:spTree>
    <p:extLst>
      <p:ext uri="{BB962C8B-B14F-4D97-AF65-F5344CB8AC3E}">
        <p14:creationId xmlns:p14="http://schemas.microsoft.com/office/powerpoint/2010/main" val="23044394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66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2ECBFB6-295B-4673-9113-FB5B9729C226}"/>
              </a:ext>
            </a:extLst>
          </p:cNvPr>
          <p:cNvGrpSpPr/>
          <p:nvPr/>
        </p:nvGrpSpPr>
        <p:grpSpPr>
          <a:xfrm>
            <a:off x="107379" y="72008"/>
            <a:ext cx="9001125" cy="6741368"/>
            <a:chOff x="142875" y="0"/>
            <a:chExt cx="9001125" cy="6858000"/>
          </a:xfrm>
        </p:grpSpPr>
        <p:grpSp>
          <p:nvGrpSpPr>
            <p:cNvPr id="29" name="Group 11">
              <a:extLst>
                <a:ext uri="{FF2B5EF4-FFF2-40B4-BE49-F238E27FC236}">
                  <a16:creationId xmlns:a16="http://schemas.microsoft.com/office/drawing/2014/main" id="{13CF66AC-71A3-4D61-AF9C-9EF88A4E43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875" y="0"/>
              <a:ext cx="6573201" cy="4341231"/>
              <a:chOff x="544" y="840"/>
              <a:chExt cx="4508" cy="3096"/>
            </a:xfrm>
          </p:grpSpPr>
          <p:pic>
            <p:nvPicPr>
              <p:cNvPr id="30" name="Picture 2">
                <a:extLst>
                  <a:ext uri="{FF2B5EF4-FFF2-40B4-BE49-F238E27FC236}">
                    <a16:creationId xmlns:a16="http://schemas.microsoft.com/office/drawing/2014/main" id="{DD1B6769-44BE-4A92-99FE-17EB5A02F3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10" t="10904"/>
              <a:stretch/>
            </p:blipFill>
            <p:spPr bwMode="auto">
              <a:xfrm>
                <a:off x="544" y="1354"/>
                <a:ext cx="4496" cy="2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" name="Text Box 3">
                <a:extLst>
                  <a:ext uri="{FF2B5EF4-FFF2-40B4-BE49-F238E27FC236}">
                    <a16:creationId xmlns:a16="http://schemas.microsoft.com/office/drawing/2014/main" id="{4C58B689-774B-41E7-A503-340CFD703D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5" y="840"/>
                <a:ext cx="3442" cy="44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000">
                    <a:solidFill>
                      <a:srgbClr val="FF3300"/>
                    </a:solidFill>
                  </a:rPr>
                  <a:t>The &amp; here in the prototype indicates that the parameter is a reference variable.</a:t>
                </a:r>
              </a:p>
            </p:txBody>
          </p:sp>
          <p:sp>
            <p:nvSpPr>
              <p:cNvPr id="32" name="Line 4">
                <a:extLst>
                  <a:ext uri="{FF2B5EF4-FFF2-40B4-BE49-F238E27FC236}">
                    <a16:creationId xmlns:a16="http://schemas.microsoft.com/office/drawing/2014/main" id="{59A265B1-D786-4079-AF35-FE5FC4DE60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56" y="1354"/>
                <a:ext cx="288" cy="806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33" name="Text Box 5">
                <a:extLst>
                  <a:ext uri="{FF2B5EF4-FFF2-40B4-BE49-F238E27FC236}">
                    <a16:creationId xmlns:a16="http://schemas.microsoft.com/office/drawing/2014/main" id="{502BB11F-DCEC-4435-B2AC-4883F90E5E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429"/>
                <a:ext cx="2508" cy="44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000">
                    <a:solidFill>
                      <a:srgbClr val="FF3300"/>
                    </a:solidFill>
                  </a:rPr>
                  <a:t>Here we are passing value by reference.</a:t>
                </a:r>
              </a:p>
            </p:txBody>
          </p:sp>
          <p:sp>
            <p:nvSpPr>
              <p:cNvPr id="34" name="Line 6">
                <a:extLst>
                  <a:ext uri="{FF2B5EF4-FFF2-40B4-BE49-F238E27FC236}">
                    <a16:creationId xmlns:a16="http://schemas.microsoft.com/office/drawing/2014/main" id="{E9EEB8FB-3B7B-4F74-86C2-0ED52D1CFC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0" y="2688"/>
                <a:ext cx="534" cy="56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AU"/>
              </a:p>
            </p:txBody>
          </p:sp>
        </p:grpSp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D78D2534-774D-4819-B35A-1559F4A105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9174" y="3802444"/>
              <a:ext cx="6504825" cy="3055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Text Box 3">
              <a:extLst>
                <a:ext uri="{FF2B5EF4-FFF2-40B4-BE49-F238E27FC236}">
                  <a16:creationId xmlns:a16="http://schemas.microsoft.com/office/drawing/2014/main" id="{AB0FF086-6096-4D58-A8FB-F878C1F4F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157" y="4770541"/>
              <a:ext cx="2411843" cy="1569660"/>
            </a:xfrm>
            <a:prstGeom prst="rect">
              <a:avLst/>
            </a:prstGeom>
            <a:solidFill>
              <a:srgbClr val="3366FF"/>
            </a:solidFill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FFFF00"/>
                  </a:solidFill>
                </a:rPr>
                <a:t>The &amp; also appears here in the function header.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7798A8C-6456-49AF-8FC0-DA216DA78224}"/>
                </a:ext>
              </a:extLst>
            </p:cNvPr>
            <p:cNvCxnSpPr/>
            <p:nvPr/>
          </p:nvCxnSpPr>
          <p:spPr>
            <a:xfrm flipH="1">
              <a:off x="5267527" y="4770541"/>
              <a:ext cx="2031798" cy="22656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711" y="908720"/>
            <a:ext cx="4695095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b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8775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 Variable Notes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67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0AE970C4-0B11-424F-835B-427F486D28A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60092"/>
            <a:ext cx="8229600" cy="44279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Each reference parameter must contain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&amp;</a:t>
            </a: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.</a:t>
            </a:r>
            <a:endParaRPr lang="en-US" sz="2400" b="1">
              <a:latin typeface="Arial" panose="020B0604020202020204" pitchFamily="34" charset="0"/>
              <a:ea typeface="ヒラギノ角ゴ Pro W3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Space between type and 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&amp;</a:t>
            </a: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 is unimportant.</a:t>
            </a:r>
          </a:p>
          <a:p>
            <a:pPr>
              <a:lnSpc>
                <a:spcPct val="90000"/>
              </a:lnSpc>
            </a:pP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Must use 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&amp;</a:t>
            </a: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 in both prototype and header.</a:t>
            </a:r>
          </a:p>
          <a:p>
            <a:pPr>
              <a:lnSpc>
                <a:spcPct val="90000"/>
              </a:lnSpc>
            </a:pP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Argument passed to reference parameter must be a variable – </a:t>
            </a:r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cannot be an expression or constant</a:t>
            </a: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.</a:t>
            </a:r>
            <a:endParaRPr lang="en-US" sz="2400">
              <a:solidFill>
                <a:schemeClr val="accent2">
                  <a:lumMod val="75000"/>
                </a:schemeClr>
              </a:solidFill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Use when appropriate – don’t use when an argument should not be changed by a function, or if a function needs to return only 1 value.</a:t>
            </a:r>
          </a:p>
        </p:txBody>
      </p:sp>
    </p:spTree>
    <p:extLst>
      <p:ext uri="{BB962C8B-B14F-4D97-AF65-F5344CB8AC3E}">
        <p14:creationId xmlns:p14="http://schemas.microsoft.com/office/powerpoint/2010/main" val="23774062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68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Overloading Functions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53F7258-49B6-49DC-9622-B320471A2ECD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736725"/>
            <a:ext cx="7845425" cy="3881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u="sng">
                <a:latin typeface="Arial" charset="0"/>
                <a:ea typeface="ヒラギノ角ゴ Pro W3" charset="0"/>
                <a:cs typeface="Arial" charset="0"/>
              </a:rPr>
              <a:t>Overloaded functions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have the same name but different parameter lists.</a:t>
            </a: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Can be used to create functions that perform the same task but take different parameter types or different number of  parameters.</a:t>
            </a: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Compiler will determine which version of function to call by argument and parameter lists to pass to the function.</a:t>
            </a:r>
            <a:endParaRPr lang="en-US" sz="2800" u="sng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4599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69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Overloading Examples</a:t>
            </a:r>
            <a:endParaRPr lang="en-GB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DC97401-C6A8-4630-A77D-716A7FAAC34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1752600"/>
            <a:ext cx="8534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Times" charset="0"/>
              <a:buNone/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	Using these overloaded functions,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void getDimensions(int);           // 1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void getDimensions(int, int);      // 2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void getDimensions(int, double);   // 3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void getDimensions(double, double);// 4</a:t>
            </a:r>
          </a:p>
          <a:p>
            <a:pPr>
              <a:lnSpc>
                <a:spcPct val="80000"/>
              </a:lnSpc>
              <a:buFont typeface="Times" charset="0"/>
              <a:buNone/>
            </a:pPr>
            <a:r>
              <a:rPr lang="en-US" sz="2800">
                <a:latin typeface="Courier New" charset="0"/>
                <a:ea typeface="ヒラギノ角ゴ Pro W3" charset="0"/>
                <a:cs typeface="Arial" charset="0"/>
              </a:rPr>
              <a:t>	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the compiler will use them as follows: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int length, width;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double base, height;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getDimensions(length);           // 1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getDimensions(length, width);    // 2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getDimensions(length, height);   // 3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getDimensions(height, base);     // 4</a:t>
            </a:r>
          </a:p>
        </p:txBody>
      </p:sp>
    </p:spTree>
    <p:extLst>
      <p:ext uri="{BB962C8B-B14F-4D97-AF65-F5344CB8AC3E}">
        <p14:creationId xmlns:p14="http://schemas.microsoft.com/office/powerpoint/2010/main" val="16052375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70</a:t>
            </a:fld>
            <a:endParaRPr lang="en-US" sz="70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[1]	</a:t>
            </a:r>
            <a:r>
              <a:rPr lang="en-AU" sz="2400"/>
              <a:t>cplusplus.com: Variables and types.</a:t>
            </a:r>
          </a:p>
          <a:p>
            <a:r>
              <a:rPr lang="en-AU" sz="2400"/>
              <a:t>	</a:t>
            </a:r>
            <a:r>
              <a:rPr lang="en-AU" sz="2400">
                <a:hlinkClick r:id="rId3"/>
              </a:rPr>
              <a:t>https://www.cplusplus.com/doc/tutorial/variables/</a:t>
            </a:r>
            <a:endParaRPr lang="en-AU" sz="2400"/>
          </a:p>
          <a:p>
            <a:r>
              <a:rPr lang="en-AU" sz="2400"/>
              <a:t>[2]	cplusplus.com: Overloads and templates</a:t>
            </a:r>
          </a:p>
          <a:p>
            <a:r>
              <a:rPr lang="en-AU" sz="2400"/>
              <a:t>	</a:t>
            </a:r>
            <a:r>
              <a:rPr lang="en-AU" sz="2400">
                <a:hlinkClick r:id="rId4"/>
              </a:rPr>
              <a:t>https://www.cplusplus.com/doc/tutorial/functions2/</a:t>
            </a:r>
            <a:endParaRPr lang="en-AU" sz="2400"/>
          </a:p>
          <a:p>
            <a:r>
              <a:rPr lang="en-AU" sz="2400"/>
              <a:t>[3] 	learncpp.com: 6.11 – Reference variables</a:t>
            </a:r>
          </a:p>
          <a:p>
            <a:r>
              <a:rPr lang="en-AU" sz="2400"/>
              <a:t>	</a:t>
            </a:r>
            <a:r>
              <a:rPr lang="en-AU" sz="2400">
                <a:hlinkClick r:id="rId5"/>
              </a:rPr>
              <a:t>https://www.learncpp.com/cpp-tutorial/611-</a:t>
            </a:r>
            <a:r>
              <a:rPr lang="en-AU" sz="2400"/>
              <a:t>	</a:t>
            </a:r>
            <a:r>
              <a:rPr lang="en-AU" sz="2400">
                <a:hlinkClick r:id="rId5"/>
              </a:rPr>
              <a:t>references/comment-page-1/</a:t>
            </a:r>
            <a:endParaRPr lang="en-AU" sz="2400"/>
          </a:p>
          <a:p>
            <a:r>
              <a:rPr lang="en-AU" sz="2400"/>
              <a:t>[4]	learncpp.com: 7.6 – Function overloading</a:t>
            </a:r>
          </a:p>
          <a:p>
            <a:r>
              <a:rPr lang="en-AU" sz="2400"/>
              <a:t>	</a:t>
            </a:r>
            <a:r>
              <a:rPr lang="en-AU" sz="2400">
                <a:hlinkClick r:id="rId6"/>
              </a:rPr>
              <a:t>https://www.learncpp.com/cpp-tutorial/76-function-</a:t>
            </a:r>
            <a:r>
              <a:rPr lang="en-AU" sz="2400"/>
              <a:t>	</a:t>
            </a:r>
            <a:r>
              <a:rPr lang="en-AU" sz="2400">
                <a:hlinkClick r:id="rId6"/>
              </a:rPr>
              <a:t>overloading/</a:t>
            </a:r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519169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C90EBB-F25E-424F-A1AC-9F2C9B3EC6B4}">
  <ds:schemaRefs>
    <ds:schemaRef ds:uri="e124fe43-fe43-4e84-9ab8-c599e4fe2b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ED30F03-1396-4EDF-9830-0007F6583824}">
  <ds:schemaRefs>
    <ds:schemaRef ds:uri="http://purl.org/dc/terms/"/>
    <ds:schemaRef ds:uri="e124fe43-fe43-4e84-9ab8-c599e4fe2b7b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095DC4-45E2-4ADA-A348-65BDF5877A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3037</Words>
  <Application>Microsoft Office PowerPoint</Application>
  <PresentationFormat>On-screen Show (4:3)</PresentationFormat>
  <Paragraphs>393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70</vt:i4>
      </vt:variant>
    </vt:vector>
  </HeadingPairs>
  <TitlesOfParts>
    <vt:vector size="83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Office Theme</vt:lpstr>
      <vt:lpstr>1_Office Theme</vt:lpstr>
      <vt:lpstr>Introduction to Functions</vt:lpstr>
      <vt:lpstr>Modular Programming &amp; Functions</vt:lpstr>
      <vt:lpstr>PowerPoint Presentation</vt:lpstr>
      <vt:lpstr>Defining &amp; Calling Functions</vt:lpstr>
      <vt:lpstr>Function Definition</vt:lpstr>
      <vt:lpstr>main() Function</vt:lpstr>
      <vt:lpstr>Function Return Type</vt:lpstr>
      <vt:lpstr>More info</vt:lpstr>
      <vt:lpstr>Calling a Function</vt:lpstr>
      <vt:lpstr>Calling a Function</vt:lpstr>
      <vt:lpstr>Example</vt:lpstr>
      <vt:lpstr>Flow Control in Example</vt:lpstr>
      <vt:lpstr>Calling Functions</vt:lpstr>
      <vt:lpstr>More info</vt:lpstr>
      <vt:lpstr>Function Prototypes</vt:lpstr>
      <vt:lpstr>Defining a Function</vt:lpstr>
      <vt:lpstr>Changing the Order</vt:lpstr>
      <vt:lpstr>Function Prototypes</vt:lpstr>
      <vt:lpstr>Prototype Notes</vt:lpstr>
      <vt:lpstr>Example</vt:lpstr>
      <vt:lpstr>More info</vt:lpstr>
      <vt:lpstr>Sending Data into a Function</vt:lpstr>
      <vt:lpstr>Sending Data into a Function</vt:lpstr>
      <vt:lpstr>A Function with a Parameter Variable</vt:lpstr>
      <vt:lpstr>PowerPoint Presentation</vt:lpstr>
      <vt:lpstr>PowerPoint Presentation</vt:lpstr>
      <vt:lpstr>Passing Multiple Arguments</vt:lpstr>
      <vt:lpstr>PowerPoint Presentation</vt:lpstr>
      <vt:lpstr>PowerPoint Presentation</vt:lpstr>
      <vt:lpstr>Passing Data by Value</vt:lpstr>
      <vt:lpstr>More info</vt:lpstr>
      <vt:lpstr>Return a Value from a Function</vt:lpstr>
      <vt:lpstr>The return Statement</vt:lpstr>
      <vt:lpstr>1) Returning a Value from a Function</vt:lpstr>
      <vt:lpstr>2) Returning a Value from a Function</vt:lpstr>
      <vt:lpstr>Example 1</vt:lpstr>
      <vt:lpstr>Example 1 continued …</vt:lpstr>
      <vt:lpstr>3) Returning a Value from a Function</vt:lpstr>
      <vt:lpstr>Example 2</vt:lpstr>
      <vt:lpstr>Returning a Boolean Value</vt:lpstr>
      <vt:lpstr>Example 3</vt:lpstr>
      <vt:lpstr>More info</vt:lpstr>
      <vt:lpstr>Local &amp; Global Variables</vt:lpstr>
      <vt:lpstr>Local Variables</vt:lpstr>
      <vt:lpstr>Example 1</vt:lpstr>
      <vt:lpstr>Example 1 continued …</vt:lpstr>
      <vt:lpstr>Lifetime of a Local Variable</vt:lpstr>
      <vt:lpstr>Global Variables &amp; Global Constants</vt:lpstr>
      <vt:lpstr>Warning on using Global Variables</vt:lpstr>
      <vt:lpstr>Example 2</vt:lpstr>
      <vt:lpstr>Example 2 continued …</vt:lpstr>
      <vt:lpstr>Initialising Local &amp; Global Variables</vt:lpstr>
      <vt:lpstr>More info</vt:lpstr>
      <vt:lpstr>Static Local Variables &amp; Default Arguments</vt:lpstr>
      <vt:lpstr>Static Local Variables</vt:lpstr>
      <vt:lpstr>Example 1: Local Variables</vt:lpstr>
      <vt:lpstr>Example 2: Static Local Variables</vt:lpstr>
      <vt:lpstr>PowerPoint Presentation</vt:lpstr>
      <vt:lpstr>Default Arguments</vt:lpstr>
      <vt:lpstr>Example 3: Default Arguments</vt:lpstr>
      <vt:lpstr>Default Arguments</vt:lpstr>
      <vt:lpstr>More info</vt:lpstr>
      <vt:lpstr>Reference Variables &amp; Function Overloading</vt:lpstr>
      <vt:lpstr>Reference Variable</vt:lpstr>
      <vt:lpstr>Passing by Reference</vt:lpstr>
      <vt:lpstr>Example 1 </vt:lpstr>
      <vt:lpstr>Reference Variable Notes</vt:lpstr>
      <vt:lpstr>Overloading Functions</vt:lpstr>
      <vt:lpstr>Function Overloading Examples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1 - Introduction to Functions</dc:title>
  <dc:creator>Ram Singh</dc:creator>
  <cp:lastModifiedBy>Upul Gunawardana</cp:lastModifiedBy>
  <cp:revision>1</cp:revision>
  <dcterms:created xsi:type="dcterms:W3CDTF">2018-02-26T21:48:17Z</dcterms:created>
  <dcterms:modified xsi:type="dcterms:W3CDTF">2023-05-23T06:09:33Z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