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302" r:id="rId9"/>
    <p:sldId id="305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3B8EA843-32A8-4884-AEC6-F136F4F8083B}"/>
    <pc:docChg chg="modSld">
      <pc:chgData name="Upul Gunawardana" userId="d78f31a5-8ae7-4659-910b-ce777cc612cd" providerId="ADAL" clId="{3B8EA843-32A8-4884-AEC6-F136F4F8083B}" dt="2022-05-19T15:29:59.426" v="13" actId="20577"/>
      <pc:docMkLst>
        <pc:docMk/>
      </pc:docMkLst>
      <pc:sldChg chg="modSp mod">
        <pc:chgData name="Upul Gunawardana" userId="d78f31a5-8ae7-4659-910b-ce777cc612cd" providerId="ADAL" clId="{3B8EA843-32A8-4884-AEC6-F136F4F8083B}" dt="2022-05-19T15:29:59.426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3B8EA843-32A8-4884-AEC6-F136F4F8083B}" dt="2022-05-19T15:29:59.426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introduction-to-func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Calling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Calling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To call a function, use the function name followed by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and </a:t>
            </a:r>
            <a:r>
              <a:rPr lang="en-US" sz="28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printHeading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;</a:t>
            </a:r>
            <a:b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</a:b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When a function is called, a program executes the body of the called function.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After the function terminates, execution resumes in the calling function at the point of call.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5880D5-0644-4DD7-B502-248BA919F6CF}"/>
              </a:ext>
            </a:extLst>
          </p:cNvPr>
          <p:cNvGrpSpPr/>
          <p:nvPr/>
        </p:nvGrpSpPr>
        <p:grpSpPr>
          <a:xfrm>
            <a:off x="971600" y="1221146"/>
            <a:ext cx="7073240" cy="5226957"/>
            <a:chOff x="971600" y="1221146"/>
            <a:chExt cx="7073240" cy="5226957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B34A0834-3406-46E9-ABDF-FA46C17EE1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21" t="16915" r="20154" b="34148"/>
            <a:stretch/>
          </p:blipFill>
          <p:spPr bwMode="auto">
            <a:xfrm>
              <a:off x="971600" y="1221146"/>
              <a:ext cx="7073240" cy="4296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42A363C5-BEB8-4616-9D09-31FC964F75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2" t="7916" r="41131" b="76252"/>
            <a:stretch/>
          </p:blipFill>
          <p:spPr bwMode="auto">
            <a:xfrm>
              <a:off x="1004352" y="5562587"/>
              <a:ext cx="6416032" cy="885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Control in Example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A36C22-D0C0-415A-A754-4B69162AB68B}"/>
              </a:ext>
            </a:extLst>
          </p:cNvPr>
          <p:cNvGrpSpPr/>
          <p:nvPr/>
        </p:nvGrpSpPr>
        <p:grpSpPr>
          <a:xfrm>
            <a:off x="957994" y="1556792"/>
            <a:ext cx="7094961" cy="4947567"/>
            <a:chOff x="957994" y="1556792"/>
            <a:chExt cx="7094961" cy="49475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8A4D32C-D5DE-4184-B238-17AF60473505}"/>
                </a:ext>
              </a:extLst>
            </p:cNvPr>
            <p:cNvGrpSpPr/>
            <p:nvPr/>
          </p:nvGrpSpPr>
          <p:grpSpPr>
            <a:xfrm>
              <a:off x="957994" y="1556792"/>
              <a:ext cx="7094961" cy="4038600"/>
              <a:chOff x="957994" y="1556792"/>
              <a:chExt cx="7094961" cy="40386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6649AAC-8C0D-4FE3-9930-0A63828075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721" t="16915" r="20154" b="34148"/>
              <a:stretch/>
            </p:blipFill>
            <p:spPr bwMode="auto">
              <a:xfrm>
                <a:off x="1403648" y="1556792"/>
                <a:ext cx="6649307" cy="403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4DA1726-68B8-46D3-A971-9BA463A77ADC}"/>
                  </a:ext>
                </a:extLst>
              </p:cNvPr>
              <p:cNvGrpSpPr/>
              <p:nvPr/>
            </p:nvGrpSpPr>
            <p:grpSpPr>
              <a:xfrm>
                <a:off x="957994" y="3203174"/>
                <a:ext cx="1143000" cy="1477818"/>
                <a:chOff x="1143000" y="3429000"/>
                <a:chExt cx="1143000" cy="1143000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CE676940-C81D-4CD2-B6CA-762B440F02C9}"/>
                    </a:ext>
                  </a:extLst>
                </p:cNvPr>
                <p:cNvCxnSpPr/>
                <p:nvPr/>
              </p:nvCxnSpPr>
              <p:spPr>
                <a:xfrm flipH="1">
                  <a:off x="1143000" y="4572000"/>
                  <a:ext cx="1143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0BAF1B80-AC03-41D6-B867-F124912A0ECF}"/>
                    </a:ext>
                  </a:extLst>
                </p:cNvPr>
                <p:cNvCxnSpPr/>
                <p:nvPr/>
              </p:nvCxnSpPr>
              <p:spPr>
                <a:xfrm flipV="1">
                  <a:off x="1143000" y="3429000"/>
                  <a:ext cx="0" cy="11430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36E0B8E3-4F73-4F6A-8E9E-B74EC0BD1510}"/>
                    </a:ext>
                  </a:extLst>
                </p:cNvPr>
                <p:cNvCxnSpPr/>
                <p:nvPr/>
              </p:nvCxnSpPr>
              <p:spPr>
                <a:xfrm>
                  <a:off x="1143000" y="3429000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164B6A9-11B1-4104-AF57-63103768253F}"/>
                  </a:ext>
                </a:extLst>
              </p:cNvPr>
              <p:cNvGrpSpPr/>
              <p:nvPr/>
            </p:nvGrpSpPr>
            <p:grpSpPr>
              <a:xfrm>
                <a:off x="1262794" y="3842792"/>
                <a:ext cx="990600" cy="990600"/>
                <a:chOff x="1447800" y="3810000"/>
                <a:chExt cx="990600" cy="914400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36CE4B0-E927-41D0-8B42-6596C91AE3B4}"/>
                    </a:ext>
                  </a:extLst>
                </p:cNvPr>
                <p:cNvCxnSpPr/>
                <p:nvPr/>
              </p:nvCxnSpPr>
              <p:spPr>
                <a:xfrm flipH="1">
                  <a:off x="1447800" y="3810000"/>
                  <a:ext cx="6096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13A1F74-41FB-4E69-BA22-2A7C68CFD6CC}"/>
                    </a:ext>
                  </a:extLst>
                </p:cNvPr>
                <p:cNvCxnSpPr/>
                <p:nvPr/>
              </p:nvCxnSpPr>
              <p:spPr>
                <a:xfrm>
                  <a:off x="1447800" y="3810000"/>
                  <a:ext cx="0" cy="914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936872F-F266-47F7-8BB0-795263B690DE}"/>
                    </a:ext>
                  </a:extLst>
                </p:cNvPr>
                <p:cNvCxnSpPr/>
                <p:nvPr/>
              </p:nvCxnSpPr>
              <p:spPr>
                <a:xfrm>
                  <a:off x="1447800" y="4724400"/>
                  <a:ext cx="9906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8" name="Picture 3">
              <a:extLst>
                <a:ext uri="{FF2B5EF4-FFF2-40B4-BE49-F238E27FC236}">
                  <a16:creationId xmlns:a16="http://schemas.microsoft.com/office/drawing/2014/main" id="{33215149-7E90-4C73-9F44-629456F51C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2" t="7916" r="41131" b="76252"/>
            <a:stretch/>
          </p:blipFill>
          <p:spPr bwMode="auto">
            <a:xfrm>
              <a:off x="1415194" y="5618843"/>
              <a:ext cx="6416032" cy="885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733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Calling Functions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434ED103-2710-44EF-A872-3D90401FD41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66018"/>
            <a:ext cx="8229600" cy="514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main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can call any number of functions.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Functions can call other functions.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int main()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	func1();	</a:t>
            </a:r>
            <a:r>
              <a:rPr lang="en-US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func1()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void func1()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	func2();	</a:t>
            </a:r>
            <a:r>
              <a:rPr lang="en-US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func2()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https://cplusplus.com/doc/tutorial/functions/</a:t>
            </a:r>
            <a:endParaRPr lang="en-AU" sz="2400" dirty="0"/>
          </a:p>
          <a:p>
            <a:r>
              <a:rPr lang="en-AU" sz="2400" dirty="0"/>
              <a:t>[2] 	learncpp.com: 2.1 – Introduction to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https://www.learncpp.com/cpp-tutorial/introduction-to-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functions/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EEDBC2-EF9F-494F-AEFF-FD5AA17B86B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0636D9F-EACF-4DB9-86B1-BCA2922A62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4A4DC7-D4FE-4DEF-A3AD-824FC60FD6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27795</TotalTime>
  <Words>172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Calling a Function</vt:lpstr>
      <vt:lpstr>Calling a Function</vt:lpstr>
      <vt:lpstr>Example</vt:lpstr>
      <vt:lpstr>Flow Control in Example</vt:lpstr>
      <vt:lpstr>Calling Functions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2 - Calling a Function</dc:title>
  <dc:creator>Ram Singh</dc:creator>
  <cp:lastModifiedBy>Upul Gunawardana</cp:lastModifiedBy>
  <cp:revision>638</cp:revision>
  <dcterms:created xsi:type="dcterms:W3CDTF">2018-02-26T21:48:17Z</dcterms:created>
  <dcterms:modified xsi:type="dcterms:W3CDTF">2022-05-19T15:30:00Z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