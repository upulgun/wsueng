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06" r:id="rId8"/>
    <p:sldId id="305" r:id="rId9"/>
    <p:sldId id="307" r:id="rId10"/>
    <p:sldId id="308" r:id="rId11"/>
    <p:sldId id="29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101" d="100"/>
          <a:sy n="101" d="100"/>
        </p:scale>
        <p:origin x="100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59472664-937C-453B-9AF8-FADC39FA35FE}"/>
    <pc:docChg chg="modSld">
      <pc:chgData name="Upul Gunawardana" userId="d78f31a5-8ae7-4659-910b-ce777cc612cd" providerId="ADAL" clId="{59472664-937C-453B-9AF8-FADC39FA35FE}" dt="2022-05-26T14:16:22.051" v="13" actId="20577"/>
      <pc:docMkLst>
        <pc:docMk/>
      </pc:docMkLst>
      <pc:sldChg chg="modSp mod">
        <pc:chgData name="Upul Gunawardana" userId="d78f31a5-8ae7-4659-910b-ce777cc612cd" providerId="ADAL" clId="{59472664-937C-453B-9AF8-FADC39FA35FE}" dt="2022-05-26T14:16:22.051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59472664-937C-453B-9AF8-FADC39FA35FE}" dt="2022-05-26T14:16:22.051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forward-declarat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Function Prototypes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Defining a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7F6F0F-5673-4DF9-AF92-12B268A8B6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052736"/>
            <a:ext cx="8229600" cy="53425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A function is defined first before the main() function.</a:t>
            </a:r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Starting from the top, a compiler detects that </a:t>
            </a:r>
            <a:r>
              <a:rPr lang="en-US" sz="28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is declared as a function and so the code below compiles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successfully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.</a:t>
            </a:r>
            <a:endParaRPr lang="en-US" sz="2800" dirty="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#include &lt;iostream&gt;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using namespace std;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“</a:t>
            </a:r>
            <a:r>
              <a:rPr lang="en-US" sz="2400" dirty="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In </a:t>
            </a:r>
            <a:r>
              <a:rPr lang="en-US" sz="2400" dirty="0" err="1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() function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”;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main()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();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function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return 0;		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Exit program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Changing the Order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7F6F0F-5673-4DF9-AF92-12B268A8B6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052736"/>
            <a:ext cx="8229600" cy="53425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Changing the order of the function below so that 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main()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is declared before </a:t>
            </a:r>
            <a:r>
              <a:rPr lang="en-US" sz="28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()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yields an </a:t>
            </a:r>
            <a:r>
              <a:rPr lang="en-US" sz="2800" u="sng" dirty="0">
                <a:solidFill>
                  <a:srgbClr val="FF0000"/>
                </a:solidFill>
                <a:latin typeface="Arial" charset="0"/>
                <a:ea typeface="ヒラギノ角ゴ Pro W3" charset="0"/>
                <a:cs typeface="Arial" charset="0"/>
              </a:rPr>
              <a:t>error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in compilation.</a:t>
            </a:r>
            <a:endParaRPr lang="en-US" sz="2800" dirty="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#include &lt;iostream&gt;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using namespace std;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main()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();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function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return 0;		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Exit program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“</a:t>
            </a:r>
            <a:r>
              <a:rPr lang="en-US" sz="2400" dirty="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In </a:t>
            </a:r>
            <a:r>
              <a:rPr lang="en-US" sz="2400" dirty="0" err="1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() function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”;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94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Prototypes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57DE07A-724E-4772-AC98-56EB184522A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3351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Ways to notify the compiler about a function before a call to the function: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Place function definition before calling function’s definition</a:t>
            </a:r>
            <a:br>
              <a:rPr lang="en-US" sz="24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Use a </a:t>
            </a:r>
            <a:r>
              <a:rPr lang="en-US" sz="2400" u="sng" dirty="0">
                <a:latin typeface="Arial" charset="0"/>
                <a:ea typeface="ヒラギノ角ゴ Pro W3" charset="0"/>
                <a:cs typeface="Arial" charset="0"/>
              </a:rPr>
              <a:t>function prototype</a:t>
            </a: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 (</a:t>
            </a:r>
            <a:r>
              <a:rPr lang="en-US" sz="2400" u="sng" dirty="0">
                <a:latin typeface="Arial" charset="0"/>
                <a:ea typeface="ヒラギノ角ゴ Pro W3" charset="0"/>
                <a:cs typeface="Arial" charset="0"/>
              </a:rPr>
              <a:t>function declaration</a:t>
            </a: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) – like the function definition without the body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charset="0"/>
                <a:ea typeface="ヒラギノ角ゴ Pro W3" charset="0"/>
                <a:cs typeface="Arial" charset="0"/>
              </a:rPr>
              <a:t>Prototype: </a:t>
            </a:r>
            <a:r>
              <a:rPr lang="en-US" sz="2000" dirty="0">
                <a:latin typeface="Courier New" charset="0"/>
                <a:ea typeface="ヒラギノ角ゴ Pro W3" charset="0"/>
                <a:cs typeface="Arial" charset="0"/>
              </a:rPr>
              <a:t>void </a:t>
            </a:r>
            <a:r>
              <a:rPr lang="en-US" sz="20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000" dirty="0">
                <a:latin typeface="Courier New" charset="0"/>
                <a:ea typeface="ヒラギノ角ゴ Pro W3" charset="0"/>
                <a:cs typeface="Arial" charset="0"/>
              </a:rPr>
              <a:t>()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;</a:t>
            </a:r>
            <a:endParaRPr lang="en-US" sz="2000" dirty="0">
              <a:latin typeface="Arial" charset="0"/>
              <a:ea typeface="ヒラギノ角ゴ Pro W3" charset="0"/>
              <a:cs typeface="Arial" charset="0"/>
            </a:endParaRP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charset="0"/>
                <a:ea typeface="ヒラギノ角ゴ Pro W3" charset="0"/>
                <a:cs typeface="Arial" charset="0"/>
              </a:rPr>
              <a:t>Header: </a:t>
            </a:r>
            <a:r>
              <a:rPr lang="en-US" sz="2000" dirty="0">
                <a:latin typeface="Courier New" charset="0"/>
                <a:ea typeface="ヒラギノ角ゴ Pro W3" charset="0"/>
                <a:cs typeface="Arial" charset="0"/>
              </a:rPr>
              <a:t>void </a:t>
            </a:r>
            <a:r>
              <a:rPr lang="en-US" sz="20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000" dirty="0">
                <a:latin typeface="Courier New" charset="0"/>
                <a:ea typeface="ヒラギノ角ゴ Pro W3" charset="0"/>
                <a:cs typeface="Arial" charset="0"/>
              </a:rPr>
              <a:t>() { statements }</a:t>
            </a:r>
            <a:endParaRPr lang="en-US" sz="20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95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Notes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494B9960-E982-4B53-8840-C38D0F0B7C7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806575"/>
            <a:ext cx="79994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Place prototypes near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top of program.</a:t>
            </a:r>
            <a:r>
              <a:rPr lang="en-US" sz="2800" dirty="0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 algn="just"/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Program must include either prototype or full function definition before any call to the function – otherwise there is compiler error.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 algn="just"/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When using prototypes, can place function definitions in any order in source file.</a:t>
            </a:r>
            <a:endParaRPr lang="en-US" sz="2800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63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7F6F0F-5673-4DF9-AF92-12B268A8B6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052736"/>
            <a:ext cx="8435280" cy="53425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#include &lt;iostream&gt;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using namespace std;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();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Function prototype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main()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();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function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return 0;		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Exit program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“</a:t>
            </a:r>
            <a:r>
              <a:rPr lang="en-US" sz="2400" dirty="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In </a:t>
            </a:r>
            <a:r>
              <a:rPr lang="en-US" sz="2400" dirty="0" err="1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() function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”;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662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Functions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https://cplusplus.com/doc/tutorial/functions/</a:t>
            </a:r>
            <a:endParaRPr lang="en-AU" sz="2400" dirty="0"/>
          </a:p>
          <a:p>
            <a:r>
              <a:rPr lang="en-AU" sz="2400" dirty="0"/>
              <a:t>[2] 	learncpp.com: 2.7 – Forward declarations and definitions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https://www.learncpp.com/cpp-tutorial/forward-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declarations/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0F3623-2B1A-46FE-995C-3E2D00589C1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6634A62-2D8C-44A7-B1FC-4B791DE05C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CB9849-2062-4CBF-9034-1D34624BA5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27875</TotalTime>
  <Words>388</Words>
  <Application>Microsoft Office PowerPoint</Application>
  <PresentationFormat>On-screen Show (4:3)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Function Prototypes</vt:lpstr>
      <vt:lpstr>Defining a Function</vt:lpstr>
      <vt:lpstr>Changing the Order</vt:lpstr>
      <vt:lpstr>Function Prototypes</vt:lpstr>
      <vt:lpstr>Prototype Notes</vt:lpstr>
      <vt:lpstr>Example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3 - Function Prototypes</dc:title>
  <dc:creator>Ram Singh</dc:creator>
  <cp:lastModifiedBy>Upul Gunawardana</cp:lastModifiedBy>
  <cp:revision>656</cp:revision>
  <dcterms:created xsi:type="dcterms:W3CDTF">2018-02-26T21:48:17Z</dcterms:created>
  <dcterms:modified xsi:type="dcterms:W3CDTF">2022-05-26T14:16:26Z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