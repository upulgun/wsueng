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17" r:id="rId8"/>
    <p:sldId id="311" r:id="rId9"/>
    <p:sldId id="318" r:id="rId10"/>
    <p:sldId id="29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86" d="100"/>
          <a:sy n="86" d="100"/>
        </p:scale>
        <p:origin x="103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71E62681-2939-4470-9530-76B2B828076D}"/>
    <pc:docChg chg="modSld">
      <pc:chgData name="Upul Gunawardana" userId="d78f31a5-8ae7-4659-910b-ce777cc612cd" providerId="ADAL" clId="{71E62681-2939-4470-9530-76B2B828076D}" dt="2022-05-26T14:33:42.029" v="7" actId="20577"/>
      <pc:docMkLst>
        <pc:docMk/>
      </pc:docMkLst>
      <pc:sldChg chg="modSp mod">
        <pc:chgData name="Upul Gunawardana" userId="d78f31a5-8ae7-4659-910b-ce777cc612cd" providerId="ADAL" clId="{71E62681-2939-4470-9530-76B2B828076D}" dt="2022-05-26T14:33:42.029" v="7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71E62681-2939-4470-9530-76B2B828076D}" dt="2022-05-26T14:33:42.029" v="7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5/27/2022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array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arncpp.com/cpp-tutorial/63-arrays-and-loops/" TargetMode="External"/><Relationship Id="rId5" Type="http://schemas.openxmlformats.org/officeDocument/2006/relationships/hyperlink" Target="https://www.learncpp.com/cpp-tutorial/62-arrays-part-ii/" TargetMode="External"/><Relationship Id="rId4" Type="http://schemas.openxmlformats.org/officeDocument/2006/relationships/hyperlink" Target="https://www.learncpp.com/cpp-tutorial/61-arrays-part-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Arrays </a:t>
            </a:r>
            <a:r>
              <a:rPr lang="en-GB" sz="4400"/>
              <a:t>in a Function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Arrays as Function Arguments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A9B3D487-767C-4A39-ADE1-EA5A973A3735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752600"/>
            <a:ext cx="86868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800" dirty="0"/>
              <a:t>When passing an array to a function, it is common to pass array size so that a function knows how many elements to process: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000" dirty="0"/>
              <a:t>	</a:t>
            </a:r>
            <a:r>
              <a:rPr lang="en-US" altLang="en-US" sz="2400" dirty="0" err="1">
                <a:latin typeface="Courier New" pitchFamily="49" charset="0"/>
              </a:rPr>
              <a:t>showScores</a:t>
            </a:r>
            <a:r>
              <a:rPr lang="en-US" altLang="en-US" sz="2400" dirty="0">
                <a:latin typeface="Courier New" pitchFamily="49" charset="0"/>
              </a:rPr>
              <a:t>(tests, ARRAY_SIZE);</a:t>
            </a: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800" dirty="0"/>
              <a:t>Array size must also be reflected in prototype, header: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void </a:t>
            </a:r>
            <a:r>
              <a:rPr lang="en-US" altLang="en-US" sz="2400" dirty="0" err="1">
                <a:latin typeface="Courier New" pitchFamily="49" charset="0"/>
              </a:rPr>
              <a:t>showScores</a:t>
            </a:r>
            <a:r>
              <a:rPr lang="en-US" altLang="en-US" sz="2400" dirty="0">
                <a:latin typeface="Courier New" pitchFamily="49" charset="0"/>
              </a:rPr>
              <a:t>(int [], int);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				// function prototype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void </a:t>
            </a:r>
            <a:r>
              <a:rPr lang="en-US" altLang="en-US" sz="2400" dirty="0" err="1">
                <a:latin typeface="Courier New" pitchFamily="49" charset="0"/>
              </a:rPr>
              <a:t>showScores</a:t>
            </a:r>
            <a:r>
              <a:rPr lang="en-US" altLang="en-US" sz="2400" dirty="0">
                <a:latin typeface="Courier New" pitchFamily="49" charset="0"/>
              </a:rPr>
              <a:t>(int tests[], int size)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				// function header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B794E3E-E1B2-4B58-978E-317DF7368A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19"/>
          <a:stretch/>
        </p:blipFill>
        <p:spPr bwMode="auto">
          <a:xfrm>
            <a:off x="8451" y="1696027"/>
            <a:ext cx="8153400" cy="3465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3">
            <a:extLst>
              <a:ext uri="{FF2B5EF4-FFF2-40B4-BE49-F238E27FC236}">
                <a16:creationId xmlns:a16="http://schemas.microsoft.com/office/drawing/2014/main" id="{68F482B5-4ECC-4E94-8964-CD193D456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8001" y="5542972"/>
            <a:ext cx="301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9pPr>
          </a:lstStyle>
          <a:p>
            <a:pPr eaLnBrk="1" hangingPunct="1"/>
            <a:r>
              <a:rPr lang="en-US" altLang="en-US" i="1"/>
              <a:t>(Program Continues)</a:t>
            </a:r>
          </a:p>
        </p:txBody>
      </p:sp>
    </p:spTree>
    <p:extLst>
      <p:ext uri="{BB962C8B-B14F-4D97-AF65-F5344CB8AC3E}">
        <p14:creationId xmlns:p14="http://schemas.microsoft.com/office/powerpoint/2010/main" val="230443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 (continued)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06E0C09-792A-4B1F-BF21-E7D1C2C48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2450"/>
            <a:ext cx="8001000" cy="418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592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Modifying Arrays in a Function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38166C5-DAAA-4B16-9C79-A4E5EF7F1C26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752600"/>
            <a:ext cx="8294688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Array names in functions are like  reference variables – changes made to array in a function are reflected in the actual array </a:t>
            </a:r>
            <a:r>
              <a:rPr lang="en-US" altLang="en-US"/>
              <a:t>in the calling </a:t>
            </a:r>
            <a:r>
              <a:rPr lang="en-US" altLang="en-US" dirty="0"/>
              <a:t>function.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>
                <a:solidFill>
                  <a:srgbClr val="FF0000"/>
                </a:solidFill>
              </a:rPr>
              <a:t>Need to exercise caution that array is not inadvertently changed by a function.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05237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Arrays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https://www.cplusplus.com/doc/tutorial/arrays/</a:t>
            </a:r>
            <a:endParaRPr lang="en-AU" sz="2400" dirty="0"/>
          </a:p>
          <a:p>
            <a:r>
              <a:rPr lang="en-AU" sz="2400" dirty="0"/>
              <a:t>[2]	leanrcpp.com: 6.1 – Arrays (Part I) 	</a:t>
            </a:r>
            <a:r>
              <a:rPr lang="en-AU" sz="2400" dirty="0">
                <a:hlinkClick r:id="rId4"/>
              </a:rPr>
              <a:t>https://www.learncpp.com/cpp-tutorial/61-arrays-part-i/</a:t>
            </a:r>
            <a:endParaRPr lang="en-AU" sz="2400" dirty="0"/>
          </a:p>
          <a:p>
            <a:r>
              <a:rPr lang="en-AU" sz="2400" dirty="0"/>
              <a:t>[3]	learncpp.com: 6.2 – Arrays (Part II)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https://www.learncpp.com/cpp-tutorial/62-arrays-part-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ii/</a:t>
            </a:r>
            <a:endParaRPr lang="en-AU" sz="2400" dirty="0"/>
          </a:p>
          <a:p>
            <a:r>
              <a:rPr lang="en-AU" sz="2400" dirty="0"/>
              <a:t>[4] 	learncpp.com: 6.3 – Arrays and loops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https://www.learncpp.com/cpp-tutorial/63-arrays-and-</a:t>
            </a:r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loops/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384D11-D2A5-4F48-BAD8-7E2D39FE66B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0A43734-2F58-48F6-8261-CFABAECE99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21A33F-31C9-48BC-A21E-15DB16F07A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29360</TotalTime>
  <Words>268</Words>
  <Application>Microsoft Office PowerPoint</Application>
  <PresentationFormat>On-screen Show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Office Theme</vt:lpstr>
      <vt:lpstr>1_Office Theme</vt:lpstr>
      <vt:lpstr>Arrays in a Function</vt:lpstr>
      <vt:lpstr>Arrays as Function Arguments</vt:lpstr>
      <vt:lpstr>Example 1</vt:lpstr>
      <vt:lpstr>Example 1 (continued)</vt:lpstr>
      <vt:lpstr>Modifying Arrays in a Function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5 - Arrays in a Function</dc:title>
  <dc:creator>Ram Singh</dc:creator>
  <cp:lastModifiedBy>Upul Gunawardana</cp:lastModifiedBy>
  <cp:revision>815</cp:revision>
  <dcterms:created xsi:type="dcterms:W3CDTF">2018-02-26T21:48:17Z</dcterms:created>
  <dcterms:modified xsi:type="dcterms:W3CDTF">2022-05-26T14:33:48Z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