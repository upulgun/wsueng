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29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34C0B337-2BEC-4758-8771-206FECAE18AC}"/>
    <pc:docChg chg="modSld">
      <pc:chgData name="Upul Gunawardana" userId="d78f31a5-8ae7-4659-910b-ce777cc612cd" providerId="ADAL" clId="{34C0B337-2BEC-4758-8771-206FECAE18AC}" dt="2022-05-26T14:37:25.590" v="7" actId="20577"/>
      <pc:docMkLst>
        <pc:docMk/>
      </pc:docMkLst>
      <pc:sldChg chg="modSp mod">
        <pc:chgData name="Upul Gunawardana" userId="d78f31a5-8ae7-4659-910b-ce777cc612cd" providerId="ADAL" clId="{34C0B337-2BEC-4758-8771-206FECAE18AC}" dt="2022-05-26T14:37:25.590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34C0B337-2BEC-4758-8771-206FECAE18AC}" dt="2022-05-26T14:37:25.590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/>
              <a:t>2D String Array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String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2A05C684-D11A-41EF-9A63-6B0E89634482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676400"/>
            <a:ext cx="8610600" cy="3517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Use a two-dimensional array of characters as an array of strings:</a:t>
            </a:r>
            <a:br>
              <a:rPr lang="en-US" altLang="en-US" sz="2400" dirty="0"/>
            </a:br>
            <a:r>
              <a:rPr lang="en-US" altLang="en-US" sz="2400" dirty="0">
                <a:latin typeface="Courier New" pitchFamily="49" charset="0"/>
              </a:rPr>
              <a:t>const int NAMES = 3, SIZE = 10;</a:t>
            </a:r>
            <a:br>
              <a:rPr lang="en-US" altLang="en-US" sz="2400" dirty="0">
                <a:latin typeface="Courier New" pitchFamily="49" charset="0"/>
              </a:rPr>
            </a:br>
            <a:r>
              <a:rPr lang="en-US" altLang="en-US" sz="2400" dirty="0">
                <a:latin typeface="Courier New" pitchFamily="49" charset="0"/>
              </a:rPr>
              <a:t>char students[NAMES][SIZE] = 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{ "Ann", "Bill", "Cindy" };</a:t>
            </a:r>
            <a:br>
              <a:rPr lang="en-US" altLang="en-US" sz="2000" dirty="0">
                <a:latin typeface="Courier New" pitchFamily="49" charset="0"/>
              </a:rPr>
            </a:br>
            <a:endParaRPr lang="en-US" altLang="en-US" sz="2000" dirty="0">
              <a:latin typeface="Courier New" pitchFamily="49" charset="0"/>
            </a:endParaRPr>
          </a:p>
          <a:p>
            <a:r>
              <a:rPr lang="en-US" altLang="en-US" sz="2400" dirty="0"/>
              <a:t>Each row contains one string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Can use row subscript to reference the string in a particular row: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>
                <a:latin typeface="Courier New" pitchFamily="49" charset="0"/>
              </a:rPr>
              <a:t>cout</a:t>
            </a:r>
            <a:r>
              <a:rPr lang="en-US" altLang="en-US" sz="2000" dirty="0">
                <a:latin typeface="Courier New" pitchFamily="49" charset="0"/>
              </a:rPr>
              <a:t> &lt;&lt; students[i];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52357D9-9712-4D62-B61E-428552021D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8"/>
          <a:stretch/>
        </p:blipFill>
        <p:spPr bwMode="auto">
          <a:xfrm>
            <a:off x="1403648" y="1412776"/>
            <a:ext cx="5334000" cy="461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Output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0220BF4-E4E1-4B5E-9E98-7768B2E4E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6"/>
          <a:stretch/>
        </p:blipFill>
        <p:spPr bwMode="auto">
          <a:xfrm>
            <a:off x="533400" y="2244436"/>
            <a:ext cx="7772400" cy="347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D271E1-1C02-41DC-BA82-1C67E8DAAD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BA1982-C412-4D54-BE60-787C36C0148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CAE5693-35F2-4B46-BC3D-5BF6AC014E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29450</TotalTime>
  <Words>205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2D String Array</vt:lpstr>
      <vt:lpstr>2D String Array</vt:lpstr>
      <vt:lpstr>Example 1</vt:lpstr>
      <vt:lpstr>Example 1 Output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9 - 2D String Array</dc:title>
  <dc:creator>Ram Singh</dc:creator>
  <cp:lastModifiedBy>Upul Gunawardana</cp:lastModifiedBy>
  <cp:revision>851</cp:revision>
  <dcterms:created xsi:type="dcterms:W3CDTF">2018-02-26T21:48:17Z</dcterms:created>
  <dcterms:modified xsi:type="dcterms:W3CDTF">2022-05-26T14:37:27Z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