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9" r:id="rId10"/>
    <p:sldId id="320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1001DE26-57BD-4E17-B7FB-6BA70A1FE0A4}"/>
    <pc:docChg chg="modSld">
      <pc:chgData name="Upul Gunawardana" userId="d78f31a5-8ae7-4659-910b-ce777cc612cd" providerId="ADAL" clId="{1001DE26-57BD-4E17-B7FB-6BA70A1FE0A4}" dt="2022-05-26T14:35:55.904" v="7" actId="20577"/>
      <pc:docMkLst>
        <pc:docMk/>
      </pc:docMkLst>
      <pc:sldChg chg="modSp mod">
        <pc:chgData name="Upul Gunawardana" userId="d78f31a5-8ae7-4659-910b-ce777cc612cd" providerId="ADAL" clId="{1001DE26-57BD-4E17-B7FB-6BA70A1FE0A4}" dt="2022-05-26T14:35:55.904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1001DE26-57BD-4E17-B7FB-6BA70A1FE0A4}" dt="2022-05-26T14:35:55.904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cpp.com/cpp-tutorial/63-arrays-and-loops/" TargetMode="External"/><Relationship Id="rId5" Type="http://schemas.openxmlformats.org/officeDocument/2006/relationships/hyperlink" Target="https://www.learncpp.com/cpp-tutorial/62-arrays-part-ii/" TargetMode="External"/><Relationship Id="rId4" Type="http://schemas.openxmlformats.org/officeDocument/2006/relationships/hyperlink" Target="https://www.learncpp.com/cpp-tutorial/61-arrays-part-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2D Arrays in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D2086D9-E1FC-4E42-838D-6E39AA18F296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676400"/>
            <a:ext cx="86868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Two-dimensional arrays are </a:t>
            </a:r>
            <a:r>
              <a:rPr lang="en-AU" altLang="en-US" sz="2800" dirty="0"/>
              <a:t>initialised</a:t>
            </a:r>
            <a:r>
              <a:rPr lang="en-US" altLang="en-US" sz="2800" dirty="0"/>
              <a:t> row-by-row:</a:t>
            </a:r>
            <a:br>
              <a:rPr lang="en-US" altLang="en-US" sz="2800" dirty="0"/>
            </a:br>
            <a:r>
              <a:rPr lang="en-US" altLang="en-US" sz="2200" dirty="0">
                <a:latin typeface="Courier New" pitchFamily="49" charset="0"/>
              </a:rPr>
              <a:t>const int ROWS = 2, COLS = 2;</a:t>
            </a:r>
            <a:br>
              <a:rPr lang="en-US" altLang="en-US" sz="2200" dirty="0"/>
            </a:br>
            <a:r>
              <a:rPr lang="en-US" altLang="en-US" sz="2200" dirty="0">
                <a:latin typeface="Courier New" pitchFamily="49" charset="0"/>
              </a:rPr>
              <a:t>int exams[ROWS][COLS] = { {84, 78},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altLang="en-US" sz="2200" dirty="0">
                <a:latin typeface="Courier New" pitchFamily="49" charset="0"/>
              </a:rPr>
              <a:t>						 {92, 97} };</a:t>
            </a:r>
            <a:br>
              <a:rPr lang="en-US" altLang="en-US" sz="2200" dirty="0">
                <a:latin typeface="Courier New" pitchFamily="49" charset="0"/>
              </a:rPr>
            </a:br>
            <a:br>
              <a:rPr lang="en-US" altLang="en-US" sz="2200" dirty="0">
                <a:latin typeface="Courier New" pitchFamily="49" charset="0"/>
              </a:rPr>
            </a:br>
            <a:endParaRPr lang="en-US" altLang="en-US" sz="2200" dirty="0"/>
          </a:p>
          <a:p>
            <a:pPr lvl="1">
              <a:buClr>
                <a:srgbClr val="3333CC"/>
              </a:buClr>
              <a:buFontTx/>
              <a:buNone/>
            </a:pPr>
            <a:endParaRPr lang="en-US" altLang="en-US" sz="2400" dirty="0"/>
          </a:p>
          <a:p>
            <a:r>
              <a:rPr lang="en-US" altLang="en-US" sz="2800" dirty="0"/>
              <a:t>Can omit inner </a:t>
            </a:r>
            <a:r>
              <a:rPr lang="en-US" altLang="en-US" sz="2800" dirty="0">
                <a:latin typeface="Courier New" pitchFamily="49" charset="0"/>
              </a:rPr>
              <a:t>{ }</a:t>
            </a:r>
            <a:r>
              <a:rPr lang="en-US" altLang="en-US" sz="2800" dirty="0"/>
              <a:t>, some initial values in a row –  array elements without initial values will be set to </a:t>
            </a:r>
            <a:r>
              <a:rPr lang="en-US" altLang="en-US" sz="2800" dirty="0">
                <a:latin typeface="Courier New" pitchFamily="49" charset="0"/>
              </a:rPr>
              <a:t>0</a:t>
            </a:r>
            <a:r>
              <a:rPr lang="en-US" altLang="en-US" sz="2800" dirty="0"/>
              <a:t> or </a:t>
            </a:r>
            <a:r>
              <a:rPr lang="en-US" altLang="en-US" sz="2800" dirty="0">
                <a:latin typeface="Courier New" pitchFamily="49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 Array as Argument &amp; Parameter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6BA95D26-E63C-4BDB-BE83-CFCEFD008D50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676400"/>
            <a:ext cx="8458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Use array name as argument in function call:</a:t>
            </a:r>
          </a:p>
          <a:p>
            <a:pPr lvl="1">
              <a:buFontTx/>
              <a:buNone/>
            </a:pPr>
            <a:r>
              <a:rPr lang="en-US" altLang="en-US" sz="2000">
                <a:latin typeface="Courier New" pitchFamily="49" charset="0"/>
              </a:rPr>
              <a:t>	getExams(exams, 2);</a:t>
            </a:r>
          </a:p>
          <a:p>
            <a:r>
              <a:rPr lang="en-US" altLang="en-US" sz="2400"/>
              <a:t>Use empty </a:t>
            </a:r>
            <a:r>
              <a:rPr lang="en-US" altLang="en-US" sz="2400">
                <a:latin typeface="Courier New" pitchFamily="49" charset="0"/>
              </a:rPr>
              <a:t>[]</a:t>
            </a:r>
            <a:r>
              <a:rPr lang="en-US" altLang="en-US" sz="2400"/>
              <a:t> for row, size declarator for column in prototype, header:</a:t>
            </a:r>
            <a:br>
              <a:rPr lang="en-US" altLang="en-US" sz="2400"/>
            </a:br>
            <a:r>
              <a:rPr lang="en-US" altLang="en-US" sz="2400">
                <a:latin typeface="Courier New" pitchFamily="49" charset="0"/>
              </a:rPr>
              <a:t>const int COLS = 2;</a:t>
            </a: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// Prototype</a:t>
            </a: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void getExams(int [][COLS], int);</a:t>
            </a:r>
            <a:br>
              <a:rPr lang="en-US" altLang="en-US" sz="2400">
                <a:latin typeface="Courier New" pitchFamily="49" charset="0"/>
              </a:rPr>
            </a:b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// Header</a:t>
            </a:r>
            <a:br>
              <a:rPr lang="en-US" altLang="en-US" sz="2400">
                <a:latin typeface="Courier New" pitchFamily="49" charset="0"/>
              </a:rPr>
            </a:br>
            <a:r>
              <a:rPr lang="en-US" altLang="en-US" sz="2400">
                <a:latin typeface="Courier New" pitchFamily="49" charset="0"/>
              </a:rPr>
              <a:t>void getExams(int exams[][COLS], int rows)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The </a:t>
            </a:r>
            <a:r>
              <a:rPr lang="en-A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showArray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7E58626B-35B1-4891-855B-524202AE4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1597891"/>
            <a:ext cx="8305800" cy="424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AU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showArray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Called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48A96EC-A1EA-4147-B1CE-99E975371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82296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566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Output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BD39CA-4646-4282-B9F8-1126FA838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562" y="1809750"/>
            <a:ext cx="395287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2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	leanrcpp.com: 6.1 – Arrays (Part I) 	</a:t>
            </a:r>
            <a:r>
              <a:rPr lang="en-AU" sz="2400" dirty="0">
                <a:hlinkClick r:id="rId4"/>
              </a:rPr>
              <a:t>https://www.learncpp.com/cpp-tutorial/61-arrays-part-i/</a:t>
            </a:r>
            <a:endParaRPr lang="en-AU" sz="2400" dirty="0"/>
          </a:p>
          <a:p>
            <a:r>
              <a:rPr lang="en-AU" sz="2400" dirty="0"/>
              <a:t>[3]	learncpp.com: 6.2 – Arrays (Part II)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https://www.learncpp.com/cpp-tutorial/62-arrays-part-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ii/</a:t>
            </a:r>
            <a:endParaRPr lang="en-AU" sz="2400" dirty="0"/>
          </a:p>
          <a:p>
            <a:r>
              <a:rPr lang="en-AU" sz="2400" dirty="0"/>
              <a:t>[4]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6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D68B20-96A2-4907-A4BE-4318A72AC9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F9D1EE-58D2-4C34-8CE6-768EFF46586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200716C-1D23-4087-80FF-75C9864C83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29429</TotalTime>
  <Words>293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2D Arrays in a Function</vt:lpstr>
      <vt:lpstr>2D Array Initialisation</vt:lpstr>
      <vt:lpstr>2D Array as Argument &amp; Parameter</vt:lpstr>
      <vt:lpstr>Example 1: The showArray Function</vt:lpstr>
      <vt:lpstr>How showArray is Called</vt:lpstr>
      <vt:lpstr>Example 1 Output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7 - 2D Arrays in a Function</dc:title>
  <dc:creator>Ram Singh</dc:creator>
  <cp:lastModifiedBy>Upul Gunawardana</cp:lastModifiedBy>
  <cp:revision>833</cp:revision>
  <dcterms:created xsi:type="dcterms:W3CDTF">2018-02-26T21:48:17Z</dcterms:created>
  <dcterms:modified xsi:type="dcterms:W3CDTF">2022-05-26T14:35:58Z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