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11" r:id="rId9"/>
    <p:sldId id="318" r:id="rId10"/>
    <p:sldId id="319" r:id="rId11"/>
    <p:sldId id="320" r:id="rId12"/>
    <p:sldId id="322" r:id="rId13"/>
    <p:sldId id="323" r:id="rId14"/>
    <p:sldId id="292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60" r:id="rId52"/>
    <p:sldId id="361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73" r:id="rId65"/>
    <p:sldId id="374" r:id="rId66"/>
    <p:sldId id="375" r:id="rId67"/>
    <p:sldId id="376" r:id="rId68"/>
    <p:sldId id="377" r:id="rId69"/>
    <p:sldId id="378" r:id="rId70"/>
    <p:sldId id="379" r:id="rId71"/>
    <p:sldId id="380" r:id="rId72"/>
    <p:sldId id="381" r:id="rId73"/>
    <p:sldId id="382" r:id="rId7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>
      <p:cViewPr varScale="1">
        <p:scale>
          <a:sx n="108" d="100"/>
          <a:sy n="108" d="100"/>
        </p:scale>
        <p:origin x="61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slide" Target="slides/slide69.xml"/><Relationship Id="rId79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viewProps" Target="view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23010CE2-C15C-4E08-A867-5CF819407923}"/>
    <pc:docChg chg="custSel modSld">
      <pc:chgData name="Upul Gunawardana" userId="d78f31a5-8ae7-4659-910b-ce777cc612cd" providerId="ADAL" clId="{23010CE2-C15C-4E08-A867-5CF819407923}" dt="2023-03-09T13:28:25.401" v="28" actId="14100"/>
      <pc:docMkLst>
        <pc:docMk/>
      </pc:docMkLst>
      <pc:sldChg chg="delSp mod">
        <pc:chgData name="Upul Gunawardana" userId="d78f31a5-8ae7-4659-910b-ce777cc612cd" providerId="ADAL" clId="{23010CE2-C15C-4E08-A867-5CF819407923}" dt="2023-03-09T13:25:14.580" v="0" actId="478"/>
        <pc:sldMkLst>
          <pc:docMk/>
          <pc:sldMk cId="2173462135" sldId="295"/>
        </pc:sldMkLst>
        <pc:inkChg chg="del">
          <ac:chgData name="Upul Gunawardana" userId="d78f31a5-8ae7-4659-910b-ce777cc612cd" providerId="ADAL" clId="{23010CE2-C15C-4E08-A867-5CF819407923}" dt="2023-03-09T13:25:14.580" v="0" actId="478"/>
          <ac:inkMkLst>
            <pc:docMk/>
            <pc:sldMk cId="2173462135" sldId="295"/>
            <ac:inkMk id="3" creationId="{FDB6DA13-C219-44FF-8B22-45D7603000D5}"/>
          </ac:inkMkLst>
        </pc:inkChg>
      </pc:sldChg>
      <pc:sldChg chg="modSp mod modClrScheme chgLayout">
        <pc:chgData name="Upul Gunawardana" userId="d78f31a5-8ae7-4659-910b-ce777cc612cd" providerId="ADAL" clId="{23010CE2-C15C-4E08-A867-5CF819407923}" dt="2023-03-09T13:25:44.581" v="4" actId="14100"/>
        <pc:sldMkLst>
          <pc:docMk/>
          <pc:sldMk cId="1604021515" sldId="324"/>
        </pc:sldMkLst>
        <pc:spChg chg="mod ord">
          <ac:chgData name="Upul Gunawardana" userId="d78f31a5-8ae7-4659-910b-ce777cc612cd" providerId="ADAL" clId="{23010CE2-C15C-4E08-A867-5CF819407923}" dt="2023-03-09T13:25:44.581" v="4" actId="14100"/>
          <ac:spMkLst>
            <pc:docMk/>
            <pc:sldMk cId="1604021515" sldId="324"/>
            <ac:spMk id="2" creationId="{00000000-0000-0000-0000-000000000000}"/>
          </ac:spMkLst>
        </pc:spChg>
        <pc:spChg chg="mod">
          <ac:chgData name="Upul Gunawardana" userId="d78f31a5-8ae7-4659-910b-ce777cc612cd" providerId="ADAL" clId="{23010CE2-C15C-4E08-A867-5CF819407923}" dt="2023-03-09T13:25:33.524" v="1" actId="20577"/>
          <ac:spMkLst>
            <pc:docMk/>
            <pc:sldMk cId="1604021515" sldId="324"/>
            <ac:spMk id="9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23010CE2-C15C-4E08-A867-5CF819407923}" dt="2023-03-09T13:26:08.822" v="7" actId="14100"/>
        <pc:sldMkLst>
          <pc:docMk/>
          <pc:sldMk cId="1960839931" sldId="335"/>
        </pc:sldMkLst>
        <pc:spChg chg="mod ord">
          <ac:chgData name="Upul Gunawardana" userId="d78f31a5-8ae7-4659-910b-ce777cc612cd" providerId="ADAL" clId="{23010CE2-C15C-4E08-A867-5CF819407923}" dt="2023-03-09T13:26:08.822" v="7" actId="14100"/>
          <ac:spMkLst>
            <pc:docMk/>
            <pc:sldMk cId="1960839931" sldId="335"/>
            <ac:spMk id="2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23010CE2-C15C-4E08-A867-5CF819407923}" dt="2023-03-09T13:26:26.487" v="10" actId="14100"/>
        <pc:sldMkLst>
          <pc:docMk/>
          <pc:sldMk cId="27063680" sldId="345"/>
        </pc:sldMkLst>
        <pc:spChg chg="mod ord">
          <ac:chgData name="Upul Gunawardana" userId="d78f31a5-8ae7-4659-910b-ce777cc612cd" providerId="ADAL" clId="{23010CE2-C15C-4E08-A867-5CF819407923}" dt="2023-03-09T13:26:26.487" v="10" actId="14100"/>
          <ac:spMkLst>
            <pc:docMk/>
            <pc:sldMk cId="27063680" sldId="345"/>
            <ac:spMk id="2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23010CE2-C15C-4E08-A867-5CF819407923}" dt="2023-03-09T13:26:44.574" v="13" actId="14100"/>
        <pc:sldMkLst>
          <pc:docMk/>
          <pc:sldMk cId="1045990573" sldId="353"/>
        </pc:sldMkLst>
        <pc:spChg chg="mod ord">
          <ac:chgData name="Upul Gunawardana" userId="d78f31a5-8ae7-4659-910b-ce777cc612cd" providerId="ADAL" clId="{23010CE2-C15C-4E08-A867-5CF819407923}" dt="2023-03-09T13:26:44.574" v="13" actId="14100"/>
          <ac:spMkLst>
            <pc:docMk/>
            <pc:sldMk cId="1045990573" sldId="353"/>
            <ac:spMk id="2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23010CE2-C15C-4E08-A867-5CF819407923}" dt="2023-03-09T13:27:43.763" v="19" actId="6549"/>
        <pc:sldMkLst>
          <pc:docMk/>
          <pc:sldMk cId="2592697718" sldId="359"/>
        </pc:sldMkLst>
        <pc:spChg chg="mod ord">
          <ac:chgData name="Upul Gunawardana" userId="d78f31a5-8ae7-4659-910b-ce777cc612cd" providerId="ADAL" clId="{23010CE2-C15C-4E08-A867-5CF819407923}" dt="2023-03-09T13:27:41.937" v="18" actId="14100"/>
          <ac:spMkLst>
            <pc:docMk/>
            <pc:sldMk cId="2592697718" sldId="359"/>
            <ac:spMk id="2" creationId="{00000000-0000-0000-0000-000000000000}"/>
          </ac:spMkLst>
        </pc:spChg>
        <pc:spChg chg="mod">
          <ac:chgData name="Upul Gunawardana" userId="d78f31a5-8ae7-4659-910b-ce777cc612cd" providerId="ADAL" clId="{23010CE2-C15C-4E08-A867-5CF819407923}" dt="2023-03-09T13:27:43.763" v="19" actId="6549"/>
          <ac:spMkLst>
            <pc:docMk/>
            <pc:sldMk cId="2592697718" sldId="359"/>
            <ac:spMk id="9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23010CE2-C15C-4E08-A867-5CF819407923}" dt="2023-03-09T13:27:59.096" v="22" actId="14100"/>
        <pc:sldMkLst>
          <pc:docMk/>
          <pc:sldMk cId="1894604945" sldId="365"/>
        </pc:sldMkLst>
        <pc:spChg chg="mod ord">
          <ac:chgData name="Upul Gunawardana" userId="d78f31a5-8ae7-4659-910b-ce777cc612cd" providerId="ADAL" clId="{23010CE2-C15C-4E08-A867-5CF819407923}" dt="2023-03-09T13:27:59.096" v="22" actId="14100"/>
          <ac:spMkLst>
            <pc:docMk/>
            <pc:sldMk cId="1894604945" sldId="365"/>
            <ac:spMk id="2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23010CE2-C15C-4E08-A867-5CF819407923}" dt="2023-03-09T13:28:13.453" v="25" actId="14100"/>
        <pc:sldMkLst>
          <pc:docMk/>
          <pc:sldMk cId="156213339" sldId="372"/>
        </pc:sldMkLst>
        <pc:spChg chg="mod ord">
          <ac:chgData name="Upul Gunawardana" userId="d78f31a5-8ae7-4659-910b-ce777cc612cd" providerId="ADAL" clId="{23010CE2-C15C-4E08-A867-5CF819407923}" dt="2023-03-09T13:28:13.453" v="25" actId="14100"/>
          <ac:spMkLst>
            <pc:docMk/>
            <pc:sldMk cId="156213339" sldId="372"/>
            <ac:spMk id="2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23010CE2-C15C-4E08-A867-5CF819407923}" dt="2023-03-09T13:28:25.401" v="28" actId="14100"/>
        <pc:sldMkLst>
          <pc:docMk/>
          <pc:sldMk cId="1918675990" sldId="378"/>
        </pc:sldMkLst>
        <pc:spChg chg="mod ord">
          <ac:chgData name="Upul Gunawardana" userId="d78f31a5-8ae7-4659-910b-ce777cc612cd" providerId="ADAL" clId="{23010CE2-C15C-4E08-A867-5CF819407923}" dt="2023-03-09T13:28:25.401" v="28" actId="14100"/>
          <ac:spMkLst>
            <pc:docMk/>
            <pc:sldMk cId="1918675990" sldId="378"/>
            <ac:spMk id="2" creationId="{00000000-0000-0000-0000-000000000000}"/>
          </ac:spMkLst>
        </pc:spChg>
      </pc:sldChg>
    </pc:docChg>
  </pc:docChgLst>
  <pc:docChgLst>
    <pc:chgData name="Upul Gunawardana" userId="d78f31a5-8ae7-4659-910b-ce777cc612cd" providerId="ADAL" clId="{DE56B8D7-F561-40F9-9DEF-CF5944D535C8}"/>
    <pc:docChg chg="modSld">
      <pc:chgData name="Upul Gunawardana" userId="d78f31a5-8ae7-4659-910b-ce777cc612cd" providerId="ADAL" clId="{DE56B8D7-F561-40F9-9DEF-CF5944D535C8}" dt="2022-06-03T01:27:24.454" v="0"/>
      <pc:docMkLst>
        <pc:docMk/>
      </pc:docMkLst>
      <pc:sldChg chg="addSp">
        <pc:chgData name="Upul Gunawardana" userId="d78f31a5-8ae7-4659-910b-ce777cc612cd" providerId="ADAL" clId="{DE56B8D7-F561-40F9-9DEF-CF5944D535C8}" dt="2022-06-03T01:27:24.454" v="0"/>
        <pc:sldMkLst>
          <pc:docMk/>
          <pc:sldMk cId="2173462135" sldId="295"/>
        </pc:sldMkLst>
        <pc:inkChg chg="add">
          <ac:chgData name="Upul Gunawardana" userId="d78f31a5-8ae7-4659-910b-ce777cc612cd" providerId="ADAL" clId="{DE56B8D7-F561-40F9-9DEF-CF5944D535C8}" dt="2022-06-03T01:27:24.454" v="0"/>
          <ac:inkMkLst>
            <pc:docMk/>
            <pc:sldMk cId="2173462135" sldId="295"/>
            <ac:inkMk id="3" creationId="{FDB6DA13-C219-44FF-8B22-45D7603000D5}"/>
          </ac:inkMkLst>
        </pc:inkChg>
      </pc:sldChg>
    </pc:docChg>
  </pc:docChgLst>
  <pc:docChgLst>
    <pc:chgData name="Upul Gunawardana" userId="d78f31a5-8ae7-4659-910b-ce777cc612cd" providerId="ADAL" clId="{BFC27B35-430B-45EF-8E83-EC029921C176}"/>
    <pc:docChg chg="addSld modSld">
      <pc:chgData name="Upul Gunawardana" userId="d78f31a5-8ae7-4659-910b-ce777cc612cd" providerId="ADAL" clId="{BFC27B35-430B-45EF-8E83-EC029921C176}" dt="2022-05-26T14:37:50.339" v="7"/>
      <pc:docMkLst>
        <pc:docMk/>
      </pc:docMkLst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1604021515" sldId="324"/>
        </pc:sldMkLst>
      </pc:sldChg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3152375358" sldId="325"/>
        </pc:sldMkLst>
      </pc:sldChg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1794607771" sldId="326"/>
        </pc:sldMkLst>
      </pc:sldChg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2210997763" sldId="327"/>
        </pc:sldMkLst>
      </pc:sldChg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142601661" sldId="328"/>
        </pc:sldMkLst>
      </pc:sldChg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3329041037" sldId="329"/>
        </pc:sldMkLst>
      </pc:sldChg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259043549" sldId="330"/>
        </pc:sldMkLst>
      </pc:sldChg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212221306" sldId="331"/>
        </pc:sldMkLst>
      </pc:sldChg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1641404922" sldId="332"/>
        </pc:sldMkLst>
      </pc:sldChg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3622200086" sldId="333"/>
        </pc:sldMkLst>
      </pc:sldChg>
      <pc:sldChg chg="add">
        <pc:chgData name="Upul Gunawardana" userId="d78f31a5-8ae7-4659-910b-ce777cc612cd" providerId="ADAL" clId="{BFC27B35-430B-45EF-8E83-EC029921C176}" dt="2022-05-19T15:34:09.764" v="0"/>
        <pc:sldMkLst>
          <pc:docMk/>
          <pc:sldMk cId="3110948996" sldId="334"/>
        </pc:sldMkLst>
      </pc:sldChg>
      <pc:sldChg chg="add">
        <pc:chgData name="Upul Gunawardana" userId="d78f31a5-8ae7-4659-910b-ce777cc612cd" providerId="ADAL" clId="{BFC27B35-430B-45EF-8E83-EC029921C176}" dt="2022-05-26T14:32:28.703" v="1"/>
        <pc:sldMkLst>
          <pc:docMk/>
          <pc:sldMk cId="1960839931" sldId="335"/>
        </pc:sldMkLst>
      </pc:sldChg>
      <pc:sldChg chg="add">
        <pc:chgData name="Upul Gunawardana" userId="d78f31a5-8ae7-4659-910b-ce777cc612cd" providerId="ADAL" clId="{BFC27B35-430B-45EF-8E83-EC029921C176}" dt="2022-05-26T14:32:28.703" v="1"/>
        <pc:sldMkLst>
          <pc:docMk/>
          <pc:sldMk cId="2993807389" sldId="336"/>
        </pc:sldMkLst>
      </pc:sldChg>
      <pc:sldChg chg="add">
        <pc:chgData name="Upul Gunawardana" userId="d78f31a5-8ae7-4659-910b-ce777cc612cd" providerId="ADAL" clId="{BFC27B35-430B-45EF-8E83-EC029921C176}" dt="2022-05-26T14:32:28.703" v="1"/>
        <pc:sldMkLst>
          <pc:docMk/>
          <pc:sldMk cId="741757146" sldId="337"/>
        </pc:sldMkLst>
      </pc:sldChg>
      <pc:sldChg chg="add">
        <pc:chgData name="Upul Gunawardana" userId="d78f31a5-8ae7-4659-910b-ce777cc612cd" providerId="ADAL" clId="{BFC27B35-430B-45EF-8E83-EC029921C176}" dt="2022-05-26T14:32:28.703" v="1"/>
        <pc:sldMkLst>
          <pc:docMk/>
          <pc:sldMk cId="1145781270" sldId="338"/>
        </pc:sldMkLst>
      </pc:sldChg>
      <pc:sldChg chg="add">
        <pc:chgData name="Upul Gunawardana" userId="d78f31a5-8ae7-4659-910b-ce777cc612cd" providerId="ADAL" clId="{BFC27B35-430B-45EF-8E83-EC029921C176}" dt="2022-05-26T14:32:28.703" v="1"/>
        <pc:sldMkLst>
          <pc:docMk/>
          <pc:sldMk cId="4001069285" sldId="339"/>
        </pc:sldMkLst>
      </pc:sldChg>
      <pc:sldChg chg="add">
        <pc:chgData name="Upul Gunawardana" userId="d78f31a5-8ae7-4659-910b-ce777cc612cd" providerId="ADAL" clId="{BFC27B35-430B-45EF-8E83-EC029921C176}" dt="2022-05-26T14:32:28.703" v="1"/>
        <pc:sldMkLst>
          <pc:docMk/>
          <pc:sldMk cId="3606125453" sldId="340"/>
        </pc:sldMkLst>
      </pc:sldChg>
      <pc:sldChg chg="add">
        <pc:chgData name="Upul Gunawardana" userId="d78f31a5-8ae7-4659-910b-ce777cc612cd" providerId="ADAL" clId="{BFC27B35-430B-45EF-8E83-EC029921C176}" dt="2022-05-26T14:32:28.703" v="1"/>
        <pc:sldMkLst>
          <pc:docMk/>
          <pc:sldMk cId="2096781557" sldId="341"/>
        </pc:sldMkLst>
      </pc:sldChg>
      <pc:sldChg chg="add">
        <pc:chgData name="Upul Gunawardana" userId="d78f31a5-8ae7-4659-910b-ce777cc612cd" providerId="ADAL" clId="{BFC27B35-430B-45EF-8E83-EC029921C176}" dt="2022-05-26T14:32:28.703" v="1"/>
        <pc:sldMkLst>
          <pc:docMk/>
          <pc:sldMk cId="1562612801" sldId="342"/>
        </pc:sldMkLst>
      </pc:sldChg>
      <pc:sldChg chg="add">
        <pc:chgData name="Upul Gunawardana" userId="d78f31a5-8ae7-4659-910b-ce777cc612cd" providerId="ADAL" clId="{BFC27B35-430B-45EF-8E83-EC029921C176}" dt="2022-05-26T14:32:28.703" v="1"/>
        <pc:sldMkLst>
          <pc:docMk/>
          <pc:sldMk cId="1089565880" sldId="343"/>
        </pc:sldMkLst>
      </pc:sldChg>
      <pc:sldChg chg="add">
        <pc:chgData name="Upul Gunawardana" userId="d78f31a5-8ae7-4659-910b-ce777cc612cd" providerId="ADAL" clId="{BFC27B35-430B-45EF-8E83-EC029921C176}" dt="2022-05-26T14:32:28.703" v="1"/>
        <pc:sldMkLst>
          <pc:docMk/>
          <pc:sldMk cId="2202609031" sldId="344"/>
        </pc:sldMkLst>
      </pc:sldChg>
      <pc:sldChg chg="add">
        <pc:chgData name="Upul Gunawardana" userId="d78f31a5-8ae7-4659-910b-ce777cc612cd" providerId="ADAL" clId="{BFC27B35-430B-45EF-8E83-EC029921C176}" dt="2022-05-26T14:33:13.092" v="2"/>
        <pc:sldMkLst>
          <pc:docMk/>
          <pc:sldMk cId="27063680" sldId="345"/>
        </pc:sldMkLst>
      </pc:sldChg>
      <pc:sldChg chg="add">
        <pc:chgData name="Upul Gunawardana" userId="d78f31a5-8ae7-4659-910b-ce777cc612cd" providerId="ADAL" clId="{BFC27B35-430B-45EF-8E83-EC029921C176}" dt="2022-05-26T14:33:13.092" v="2"/>
        <pc:sldMkLst>
          <pc:docMk/>
          <pc:sldMk cId="1846954984" sldId="346"/>
        </pc:sldMkLst>
      </pc:sldChg>
      <pc:sldChg chg="add">
        <pc:chgData name="Upul Gunawardana" userId="d78f31a5-8ae7-4659-910b-ce777cc612cd" providerId="ADAL" clId="{BFC27B35-430B-45EF-8E83-EC029921C176}" dt="2022-05-26T14:33:13.092" v="2"/>
        <pc:sldMkLst>
          <pc:docMk/>
          <pc:sldMk cId="14974130" sldId="347"/>
        </pc:sldMkLst>
      </pc:sldChg>
      <pc:sldChg chg="add">
        <pc:chgData name="Upul Gunawardana" userId="d78f31a5-8ae7-4659-910b-ce777cc612cd" providerId="ADAL" clId="{BFC27B35-430B-45EF-8E83-EC029921C176}" dt="2022-05-26T14:33:13.092" v="2"/>
        <pc:sldMkLst>
          <pc:docMk/>
          <pc:sldMk cId="563645797" sldId="348"/>
        </pc:sldMkLst>
      </pc:sldChg>
      <pc:sldChg chg="add">
        <pc:chgData name="Upul Gunawardana" userId="d78f31a5-8ae7-4659-910b-ce777cc612cd" providerId="ADAL" clId="{BFC27B35-430B-45EF-8E83-EC029921C176}" dt="2022-05-26T14:33:13.092" v="2"/>
        <pc:sldMkLst>
          <pc:docMk/>
          <pc:sldMk cId="3827361715" sldId="349"/>
        </pc:sldMkLst>
      </pc:sldChg>
      <pc:sldChg chg="add">
        <pc:chgData name="Upul Gunawardana" userId="d78f31a5-8ae7-4659-910b-ce777cc612cd" providerId="ADAL" clId="{BFC27B35-430B-45EF-8E83-EC029921C176}" dt="2022-05-26T14:33:13.092" v="2"/>
        <pc:sldMkLst>
          <pc:docMk/>
          <pc:sldMk cId="1799166303" sldId="350"/>
        </pc:sldMkLst>
      </pc:sldChg>
      <pc:sldChg chg="add">
        <pc:chgData name="Upul Gunawardana" userId="d78f31a5-8ae7-4659-910b-ce777cc612cd" providerId="ADAL" clId="{BFC27B35-430B-45EF-8E83-EC029921C176}" dt="2022-05-26T14:33:13.092" v="2"/>
        <pc:sldMkLst>
          <pc:docMk/>
          <pc:sldMk cId="4270476333" sldId="351"/>
        </pc:sldMkLst>
      </pc:sldChg>
      <pc:sldChg chg="add">
        <pc:chgData name="Upul Gunawardana" userId="d78f31a5-8ae7-4659-910b-ce777cc612cd" providerId="ADAL" clId="{BFC27B35-430B-45EF-8E83-EC029921C176}" dt="2022-05-26T14:33:13.092" v="2"/>
        <pc:sldMkLst>
          <pc:docMk/>
          <pc:sldMk cId="1909891463" sldId="352"/>
        </pc:sldMkLst>
      </pc:sldChg>
      <pc:sldChg chg="add">
        <pc:chgData name="Upul Gunawardana" userId="d78f31a5-8ae7-4659-910b-ce777cc612cd" providerId="ADAL" clId="{BFC27B35-430B-45EF-8E83-EC029921C176}" dt="2022-05-26T14:34:13.774" v="3"/>
        <pc:sldMkLst>
          <pc:docMk/>
          <pc:sldMk cId="1045990573" sldId="353"/>
        </pc:sldMkLst>
      </pc:sldChg>
      <pc:sldChg chg="add">
        <pc:chgData name="Upul Gunawardana" userId="d78f31a5-8ae7-4659-910b-ce777cc612cd" providerId="ADAL" clId="{BFC27B35-430B-45EF-8E83-EC029921C176}" dt="2022-05-26T14:34:13.774" v="3"/>
        <pc:sldMkLst>
          <pc:docMk/>
          <pc:sldMk cId="1738377436" sldId="354"/>
        </pc:sldMkLst>
      </pc:sldChg>
      <pc:sldChg chg="add">
        <pc:chgData name="Upul Gunawardana" userId="d78f31a5-8ae7-4659-910b-ce777cc612cd" providerId="ADAL" clId="{BFC27B35-430B-45EF-8E83-EC029921C176}" dt="2022-05-26T14:34:13.774" v="3"/>
        <pc:sldMkLst>
          <pc:docMk/>
          <pc:sldMk cId="3532424779" sldId="355"/>
        </pc:sldMkLst>
      </pc:sldChg>
      <pc:sldChg chg="add">
        <pc:chgData name="Upul Gunawardana" userId="d78f31a5-8ae7-4659-910b-ce777cc612cd" providerId="ADAL" clId="{BFC27B35-430B-45EF-8E83-EC029921C176}" dt="2022-05-26T14:34:13.774" v="3"/>
        <pc:sldMkLst>
          <pc:docMk/>
          <pc:sldMk cId="2950939772" sldId="356"/>
        </pc:sldMkLst>
      </pc:sldChg>
      <pc:sldChg chg="add">
        <pc:chgData name="Upul Gunawardana" userId="d78f31a5-8ae7-4659-910b-ce777cc612cd" providerId="ADAL" clId="{BFC27B35-430B-45EF-8E83-EC029921C176}" dt="2022-05-26T14:34:13.774" v="3"/>
        <pc:sldMkLst>
          <pc:docMk/>
          <pc:sldMk cId="3977637495" sldId="357"/>
        </pc:sldMkLst>
      </pc:sldChg>
      <pc:sldChg chg="add">
        <pc:chgData name="Upul Gunawardana" userId="d78f31a5-8ae7-4659-910b-ce777cc612cd" providerId="ADAL" clId="{BFC27B35-430B-45EF-8E83-EC029921C176}" dt="2022-05-26T14:34:13.774" v="3"/>
        <pc:sldMkLst>
          <pc:docMk/>
          <pc:sldMk cId="555604831" sldId="358"/>
        </pc:sldMkLst>
      </pc:sldChg>
      <pc:sldChg chg="add">
        <pc:chgData name="Upul Gunawardana" userId="d78f31a5-8ae7-4659-910b-ce777cc612cd" providerId="ADAL" clId="{BFC27B35-430B-45EF-8E83-EC029921C176}" dt="2022-05-26T14:35:32.745" v="4"/>
        <pc:sldMkLst>
          <pc:docMk/>
          <pc:sldMk cId="2592697718" sldId="359"/>
        </pc:sldMkLst>
      </pc:sldChg>
      <pc:sldChg chg="add">
        <pc:chgData name="Upul Gunawardana" userId="d78f31a5-8ae7-4659-910b-ce777cc612cd" providerId="ADAL" clId="{BFC27B35-430B-45EF-8E83-EC029921C176}" dt="2022-05-26T14:35:32.745" v="4"/>
        <pc:sldMkLst>
          <pc:docMk/>
          <pc:sldMk cId="971456879" sldId="360"/>
        </pc:sldMkLst>
      </pc:sldChg>
      <pc:sldChg chg="add">
        <pc:chgData name="Upul Gunawardana" userId="d78f31a5-8ae7-4659-910b-ce777cc612cd" providerId="ADAL" clId="{BFC27B35-430B-45EF-8E83-EC029921C176}" dt="2022-05-26T14:35:32.745" v="4"/>
        <pc:sldMkLst>
          <pc:docMk/>
          <pc:sldMk cId="4204507999" sldId="361"/>
        </pc:sldMkLst>
      </pc:sldChg>
      <pc:sldChg chg="add">
        <pc:chgData name="Upul Gunawardana" userId="d78f31a5-8ae7-4659-910b-ce777cc612cd" providerId="ADAL" clId="{BFC27B35-430B-45EF-8E83-EC029921C176}" dt="2022-05-26T14:35:32.745" v="4"/>
        <pc:sldMkLst>
          <pc:docMk/>
          <pc:sldMk cId="1422578847" sldId="362"/>
        </pc:sldMkLst>
      </pc:sldChg>
      <pc:sldChg chg="add">
        <pc:chgData name="Upul Gunawardana" userId="d78f31a5-8ae7-4659-910b-ce777cc612cd" providerId="ADAL" clId="{BFC27B35-430B-45EF-8E83-EC029921C176}" dt="2022-05-26T14:35:32.745" v="4"/>
        <pc:sldMkLst>
          <pc:docMk/>
          <pc:sldMk cId="2421235740" sldId="363"/>
        </pc:sldMkLst>
      </pc:sldChg>
      <pc:sldChg chg="add">
        <pc:chgData name="Upul Gunawardana" userId="d78f31a5-8ae7-4659-910b-ce777cc612cd" providerId="ADAL" clId="{BFC27B35-430B-45EF-8E83-EC029921C176}" dt="2022-05-26T14:35:32.745" v="4"/>
        <pc:sldMkLst>
          <pc:docMk/>
          <pc:sldMk cId="3325816672" sldId="364"/>
        </pc:sldMkLst>
      </pc:sldChg>
      <pc:sldChg chg="add">
        <pc:chgData name="Upul Gunawardana" userId="d78f31a5-8ae7-4659-910b-ce777cc612cd" providerId="ADAL" clId="{BFC27B35-430B-45EF-8E83-EC029921C176}" dt="2022-05-26T14:36:25.131" v="5"/>
        <pc:sldMkLst>
          <pc:docMk/>
          <pc:sldMk cId="1894604945" sldId="365"/>
        </pc:sldMkLst>
      </pc:sldChg>
      <pc:sldChg chg="add">
        <pc:chgData name="Upul Gunawardana" userId="d78f31a5-8ae7-4659-910b-ce777cc612cd" providerId="ADAL" clId="{BFC27B35-430B-45EF-8E83-EC029921C176}" dt="2022-05-26T14:36:25.131" v="5"/>
        <pc:sldMkLst>
          <pc:docMk/>
          <pc:sldMk cId="3765523839" sldId="366"/>
        </pc:sldMkLst>
      </pc:sldChg>
      <pc:sldChg chg="add">
        <pc:chgData name="Upul Gunawardana" userId="d78f31a5-8ae7-4659-910b-ce777cc612cd" providerId="ADAL" clId="{BFC27B35-430B-45EF-8E83-EC029921C176}" dt="2022-05-26T14:36:25.131" v="5"/>
        <pc:sldMkLst>
          <pc:docMk/>
          <pc:sldMk cId="4056848612" sldId="367"/>
        </pc:sldMkLst>
      </pc:sldChg>
      <pc:sldChg chg="add">
        <pc:chgData name="Upul Gunawardana" userId="d78f31a5-8ae7-4659-910b-ce777cc612cd" providerId="ADAL" clId="{BFC27B35-430B-45EF-8E83-EC029921C176}" dt="2022-05-26T14:36:25.131" v="5"/>
        <pc:sldMkLst>
          <pc:docMk/>
          <pc:sldMk cId="2032447179" sldId="368"/>
        </pc:sldMkLst>
      </pc:sldChg>
      <pc:sldChg chg="add">
        <pc:chgData name="Upul Gunawardana" userId="d78f31a5-8ae7-4659-910b-ce777cc612cd" providerId="ADAL" clId="{BFC27B35-430B-45EF-8E83-EC029921C176}" dt="2022-05-26T14:36:25.131" v="5"/>
        <pc:sldMkLst>
          <pc:docMk/>
          <pc:sldMk cId="2225669456" sldId="369"/>
        </pc:sldMkLst>
      </pc:sldChg>
      <pc:sldChg chg="add">
        <pc:chgData name="Upul Gunawardana" userId="d78f31a5-8ae7-4659-910b-ce777cc612cd" providerId="ADAL" clId="{BFC27B35-430B-45EF-8E83-EC029921C176}" dt="2022-05-26T14:36:25.131" v="5"/>
        <pc:sldMkLst>
          <pc:docMk/>
          <pc:sldMk cId="2681326834" sldId="370"/>
        </pc:sldMkLst>
      </pc:sldChg>
      <pc:sldChg chg="add">
        <pc:chgData name="Upul Gunawardana" userId="d78f31a5-8ae7-4659-910b-ce777cc612cd" providerId="ADAL" clId="{BFC27B35-430B-45EF-8E83-EC029921C176}" dt="2022-05-26T14:36:25.131" v="5"/>
        <pc:sldMkLst>
          <pc:docMk/>
          <pc:sldMk cId="70544819" sldId="371"/>
        </pc:sldMkLst>
      </pc:sldChg>
      <pc:sldChg chg="add">
        <pc:chgData name="Upul Gunawardana" userId="d78f31a5-8ae7-4659-910b-ce777cc612cd" providerId="ADAL" clId="{BFC27B35-430B-45EF-8E83-EC029921C176}" dt="2022-05-26T14:37:07.431" v="6"/>
        <pc:sldMkLst>
          <pc:docMk/>
          <pc:sldMk cId="156213339" sldId="372"/>
        </pc:sldMkLst>
      </pc:sldChg>
      <pc:sldChg chg="add">
        <pc:chgData name="Upul Gunawardana" userId="d78f31a5-8ae7-4659-910b-ce777cc612cd" providerId="ADAL" clId="{BFC27B35-430B-45EF-8E83-EC029921C176}" dt="2022-05-26T14:37:07.431" v="6"/>
        <pc:sldMkLst>
          <pc:docMk/>
          <pc:sldMk cId="3452330915" sldId="373"/>
        </pc:sldMkLst>
      </pc:sldChg>
      <pc:sldChg chg="add">
        <pc:chgData name="Upul Gunawardana" userId="d78f31a5-8ae7-4659-910b-ce777cc612cd" providerId="ADAL" clId="{BFC27B35-430B-45EF-8E83-EC029921C176}" dt="2022-05-26T14:37:07.431" v="6"/>
        <pc:sldMkLst>
          <pc:docMk/>
          <pc:sldMk cId="2726680079" sldId="374"/>
        </pc:sldMkLst>
      </pc:sldChg>
      <pc:sldChg chg="add">
        <pc:chgData name="Upul Gunawardana" userId="d78f31a5-8ae7-4659-910b-ce777cc612cd" providerId="ADAL" clId="{BFC27B35-430B-45EF-8E83-EC029921C176}" dt="2022-05-26T14:37:07.431" v="6"/>
        <pc:sldMkLst>
          <pc:docMk/>
          <pc:sldMk cId="183460429" sldId="375"/>
        </pc:sldMkLst>
      </pc:sldChg>
      <pc:sldChg chg="add">
        <pc:chgData name="Upul Gunawardana" userId="d78f31a5-8ae7-4659-910b-ce777cc612cd" providerId="ADAL" clId="{BFC27B35-430B-45EF-8E83-EC029921C176}" dt="2022-05-26T14:37:07.431" v="6"/>
        <pc:sldMkLst>
          <pc:docMk/>
          <pc:sldMk cId="2385978315" sldId="376"/>
        </pc:sldMkLst>
      </pc:sldChg>
      <pc:sldChg chg="add">
        <pc:chgData name="Upul Gunawardana" userId="d78f31a5-8ae7-4659-910b-ce777cc612cd" providerId="ADAL" clId="{BFC27B35-430B-45EF-8E83-EC029921C176}" dt="2022-05-26T14:37:07.431" v="6"/>
        <pc:sldMkLst>
          <pc:docMk/>
          <pc:sldMk cId="2574213099" sldId="377"/>
        </pc:sldMkLst>
      </pc:sldChg>
      <pc:sldChg chg="add">
        <pc:chgData name="Upul Gunawardana" userId="d78f31a5-8ae7-4659-910b-ce777cc612cd" providerId="ADAL" clId="{BFC27B35-430B-45EF-8E83-EC029921C176}" dt="2022-05-26T14:37:50.339" v="7"/>
        <pc:sldMkLst>
          <pc:docMk/>
          <pc:sldMk cId="1918675990" sldId="378"/>
        </pc:sldMkLst>
      </pc:sldChg>
      <pc:sldChg chg="add">
        <pc:chgData name="Upul Gunawardana" userId="d78f31a5-8ae7-4659-910b-ce777cc612cd" providerId="ADAL" clId="{BFC27B35-430B-45EF-8E83-EC029921C176}" dt="2022-05-26T14:37:50.339" v="7"/>
        <pc:sldMkLst>
          <pc:docMk/>
          <pc:sldMk cId="2316317196" sldId="379"/>
        </pc:sldMkLst>
      </pc:sldChg>
      <pc:sldChg chg="add">
        <pc:chgData name="Upul Gunawardana" userId="d78f31a5-8ae7-4659-910b-ce777cc612cd" providerId="ADAL" clId="{BFC27B35-430B-45EF-8E83-EC029921C176}" dt="2022-05-26T14:37:50.339" v="7"/>
        <pc:sldMkLst>
          <pc:docMk/>
          <pc:sldMk cId="284914885" sldId="380"/>
        </pc:sldMkLst>
      </pc:sldChg>
      <pc:sldChg chg="add">
        <pc:chgData name="Upul Gunawardana" userId="d78f31a5-8ae7-4659-910b-ce777cc612cd" providerId="ADAL" clId="{BFC27B35-430B-45EF-8E83-EC029921C176}" dt="2022-05-26T14:37:50.339" v="7"/>
        <pc:sldMkLst>
          <pc:docMk/>
          <pc:sldMk cId="1719252788" sldId="381"/>
        </pc:sldMkLst>
      </pc:sldChg>
      <pc:sldChg chg="add">
        <pc:chgData name="Upul Gunawardana" userId="d78f31a5-8ae7-4659-910b-ce777cc612cd" providerId="ADAL" clId="{BFC27B35-430B-45EF-8E83-EC029921C176}" dt="2022-05-26T14:37:50.339" v="7"/>
        <pc:sldMkLst>
          <pc:docMk/>
          <pc:sldMk cId="1100195866" sldId="3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13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3/10/2023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10/03/2023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3/10/2023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61-arrays-part-i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63-arrays-and-loops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Introduction to Arrays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2D54B15-4B6B-4319-B4B7-7B7E6FBD04C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66018"/>
            <a:ext cx="8229600" cy="51433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u="sng" dirty="0"/>
              <a:t>Array</a:t>
            </a:r>
            <a:r>
              <a:rPr lang="en-US" altLang="en-US" dirty="0"/>
              <a:t>: variable that can store multiple values of the same type.</a:t>
            </a:r>
          </a:p>
          <a:p>
            <a:r>
              <a:rPr lang="en-US" altLang="en-US" dirty="0"/>
              <a:t>Values are stored in adjacent memory locations.</a:t>
            </a:r>
          </a:p>
          <a:p>
            <a:r>
              <a:rPr lang="en-US" altLang="en-US" dirty="0"/>
              <a:t>Declared using </a:t>
            </a:r>
            <a:r>
              <a:rPr lang="en-US" altLang="en-US" dirty="0">
                <a:latin typeface="Courier New" pitchFamily="49" charset="0"/>
              </a:rPr>
              <a:t>[]</a:t>
            </a:r>
            <a:r>
              <a:rPr lang="en-US" altLang="en-US" dirty="0"/>
              <a:t> operator:</a:t>
            </a:r>
          </a:p>
          <a:p>
            <a:pPr lvl="1"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int tests[5];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In the definition </a:t>
            </a:r>
            <a:r>
              <a:rPr lang="en-US" altLang="en-US" dirty="0">
                <a:latin typeface="Courier New" pitchFamily="49" charset="0"/>
              </a:rPr>
              <a:t>int tests[5];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ourier New" pitchFamily="49" charset="0"/>
              </a:rPr>
              <a:t>int</a:t>
            </a:r>
            <a:r>
              <a:rPr lang="en-US" altLang="en-US" dirty="0"/>
              <a:t> is the data type of the array elements.</a:t>
            </a:r>
            <a:endParaRPr lang="en-US" alt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ourier New" pitchFamily="49" charset="0"/>
              </a:rPr>
              <a:t>tests</a:t>
            </a:r>
            <a:r>
              <a:rPr lang="en-US" altLang="en-US" dirty="0"/>
              <a:t> is the </a:t>
            </a:r>
            <a:r>
              <a:rPr lang="en-US" altLang="en-US" u="sng" dirty="0"/>
              <a:t>name</a:t>
            </a:r>
            <a:r>
              <a:rPr lang="en-US" altLang="en-US" dirty="0"/>
              <a:t> of the array.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ourier New" pitchFamily="49" charset="0"/>
              </a:rPr>
              <a:t>5,</a:t>
            </a:r>
            <a:r>
              <a:rPr lang="en-US" altLang="en-US" dirty="0"/>
              <a:t> in </a:t>
            </a:r>
            <a:r>
              <a:rPr lang="en-US" altLang="en-US" dirty="0">
                <a:latin typeface="Courier New" pitchFamily="49" charset="0"/>
              </a:rPr>
              <a:t>[5],</a:t>
            </a:r>
            <a:r>
              <a:rPr lang="en-US" altLang="en-US" dirty="0"/>
              <a:t> is the </a:t>
            </a:r>
            <a:r>
              <a:rPr lang="en-US" altLang="en-US" u="sng" dirty="0"/>
              <a:t>size declarator</a:t>
            </a:r>
            <a:r>
              <a:rPr lang="en-US" altLang="en-US" dirty="0"/>
              <a:t>.  It shows the number of elements in the array.</a:t>
            </a:r>
          </a:p>
          <a:p>
            <a:pPr lvl="1">
              <a:buFontTx/>
              <a:buNone/>
            </a:pPr>
            <a:endParaRPr lang="en-US" alt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Memory Layout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015956D-EDBB-4B9B-BCF7-2AF8CCEB0B7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The definition:</a:t>
            </a:r>
          </a:p>
          <a:p>
            <a:pPr lvl="1">
              <a:buFontTx/>
              <a:buNone/>
            </a:pPr>
            <a:r>
              <a:rPr lang="en-US" altLang="en-US"/>
              <a:t>	 </a:t>
            </a:r>
            <a:r>
              <a:rPr lang="en-US" altLang="en-US">
                <a:latin typeface="Courier New" pitchFamily="49" charset="0"/>
              </a:rPr>
              <a:t>int tests[5];</a:t>
            </a:r>
          </a:p>
          <a:p>
            <a:pPr>
              <a:buFont typeface="Times" pitchFamily="-16" charset="0"/>
              <a:buNone/>
            </a:pPr>
            <a:r>
              <a:rPr lang="en-US" altLang="en-US">
                <a:latin typeface="Courier New" pitchFamily="49" charset="0"/>
              </a:rPr>
              <a:t>	</a:t>
            </a:r>
            <a:r>
              <a:rPr lang="en-US" altLang="en-US"/>
              <a:t>allocates the following memory:</a:t>
            </a:r>
            <a:endParaRPr lang="en-US" altLang="en-US" dirty="0">
              <a:latin typeface="Courier New" pitchFamily="49" charset="0"/>
            </a:endParaRPr>
          </a:p>
        </p:txBody>
      </p:sp>
      <p:graphicFrame>
        <p:nvGraphicFramePr>
          <p:cNvPr id="9" name="Group 41">
            <a:extLst>
              <a:ext uri="{FF2B5EF4-FFF2-40B4-BE49-F238E27FC236}">
                <a16:creationId xmlns:a16="http://schemas.microsoft.com/office/drawing/2014/main" id="{6AE982FF-8709-4C22-8CB6-759ED975D302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886200"/>
          <a:ext cx="6096000" cy="4572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roup 18">
            <a:extLst>
              <a:ext uri="{FF2B5EF4-FFF2-40B4-BE49-F238E27FC236}">
                <a16:creationId xmlns:a16="http://schemas.microsoft.com/office/drawing/2014/main" id="{465713EF-D836-4F74-B225-8FFDBD16E4DF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4876800"/>
          <a:ext cx="6096000" cy="8382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  <a:cs typeface="Arial" charset="0"/>
                        </a:rPr>
                        <a:t>first element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  <a:cs typeface="Arial" charset="0"/>
                        </a:rPr>
                        <a:t>second element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  <a:cs typeface="Arial" charset="0"/>
                        </a:rPr>
                        <a:t>third element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  <a:cs typeface="Arial" charset="0"/>
                        </a:rPr>
                        <a:t>fourth element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  <a:cs typeface="Arial" charset="0"/>
                        </a:rPr>
                        <a:t>fifth element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Line 36">
            <a:extLst>
              <a:ext uri="{FF2B5EF4-FFF2-40B4-BE49-F238E27FC236}">
                <a16:creationId xmlns:a16="http://schemas.microsoft.com/office/drawing/2014/main" id="{3535785A-1012-47DD-ACD2-7CA11ED1DC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2" name="Line 37">
            <a:extLst>
              <a:ext uri="{FF2B5EF4-FFF2-40B4-BE49-F238E27FC236}">
                <a16:creationId xmlns:a16="http://schemas.microsoft.com/office/drawing/2014/main" id="{27F07F34-F123-49A0-B1F7-22A7C11ED0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528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3" name="Line 38">
            <a:extLst>
              <a:ext uri="{FF2B5EF4-FFF2-40B4-BE49-F238E27FC236}">
                <a16:creationId xmlns:a16="http://schemas.microsoft.com/office/drawing/2014/main" id="{CC2206D5-D0BE-4B2B-B233-01DF2B3DA6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4" name="Line 39">
            <a:extLst>
              <a:ext uri="{FF2B5EF4-FFF2-40B4-BE49-F238E27FC236}">
                <a16:creationId xmlns:a16="http://schemas.microsoft.com/office/drawing/2014/main" id="{98A3DD42-468C-4FD5-AE38-21CE450EEA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5" name="Line 40">
            <a:extLst>
              <a:ext uri="{FF2B5EF4-FFF2-40B4-BE49-F238E27FC236}">
                <a16:creationId xmlns:a16="http://schemas.microsoft.com/office/drawing/2014/main" id="{61F0C772-D722-4993-BDA1-15BC2CF78D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 of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337FCF3-A8D5-4B03-876B-57DBBD5AE47D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371600"/>
            <a:ext cx="8534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u="sng" dirty="0"/>
              <a:t>size</a:t>
            </a:r>
            <a:r>
              <a:rPr lang="en-US" altLang="en-US" dirty="0"/>
              <a:t> of an array is: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total number of bytes allocated for it.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(number of elements) * (number of bytes for each element).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int tests[5]</a:t>
            </a:r>
            <a:r>
              <a:rPr lang="en-US" altLang="en-US" dirty="0"/>
              <a:t> is an array of 20 bytes, assuming 4 bytes for an </a:t>
            </a:r>
            <a:r>
              <a:rPr lang="en-US" altLang="en-US" dirty="0">
                <a:latin typeface="Courier New" pitchFamily="49" charset="0"/>
              </a:rPr>
              <a:t>int</a:t>
            </a:r>
            <a:r>
              <a:rPr lang="en-US" altLang="en-US" dirty="0"/>
              <a:t>.</a:t>
            </a:r>
            <a:endParaRPr lang="en-US" alt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long double measures[10]</a:t>
            </a:r>
            <a:r>
              <a:rPr lang="en-US" altLang="en-US" dirty="0"/>
              <a:t>is an array of 80 bytes, assuming 8 bytes for a </a:t>
            </a:r>
            <a:r>
              <a:rPr lang="en-US" altLang="en-US" dirty="0">
                <a:latin typeface="Courier New" pitchFamily="49" charset="0"/>
              </a:rPr>
              <a:t>long double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 Declarators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DCFC434-3A2F-4BA2-A9EA-EF97256383D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Named constants are commonly used as size declarators.</a:t>
            </a:r>
            <a:br>
              <a:rPr lang="en-US" altLang="en-US"/>
            </a:br>
            <a:br>
              <a:rPr lang="en-US" altLang="en-US"/>
            </a:br>
            <a:r>
              <a:rPr lang="en-US" altLang="en-US">
                <a:latin typeface="Courier New" pitchFamily="49" charset="0"/>
              </a:rPr>
              <a:t>const int SIZE = 5;</a:t>
            </a:r>
            <a:br>
              <a:rPr lang="en-US" altLang="en-US"/>
            </a:br>
            <a:r>
              <a:rPr lang="en-US" altLang="en-US">
                <a:latin typeface="Courier New" pitchFamily="49" charset="0"/>
              </a:rPr>
              <a:t>int tests[SIZE];</a:t>
            </a:r>
          </a:p>
          <a:p>
            <a:r>
              <a:rPr lang="en-US" altLang="en-US"/>
              <a:t>This eases program maintenance when the size of the array needs to be changed.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0523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Subscript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0BF695-9C97-4534-8691-EB86EE240CA9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556792"/>
            <a:ext cx="829468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Each element in an array is assigned a unique </a:t>
            </a:r>
            <a:r>
              <a:rPr lang="en-US" altLang="en-US" i="1" dirty="0"/>
              <a:t>subscript</a:t>
            </a:r>
            <a:r>
              <a:rPr lang="en-US" altLang="en-US" dirty="0"/>
              <a:t>.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Subscripts start at 0.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The last element’s subscript is </a:t>
            </a:r>
            <a:r>
              <a:rPr lang="en-US" altLang="en-US" b="1" i="1" dirty="0">
                <a:solidFill>
                  <a:srgbClr val="FF0000"/>
                </a:solidFill>
              </a:rPr>
              <a:t>n</a:t>
            </a:r>
            <a:r>
              <a:rPr lang="en-US" altLang="en-US" b="1" dirty="0">
                <a:solidFill>
                  <a:srgbClr val="FF0000"/>
                </a:solidFill>
              </a:rPr>
              <a:t>-1 where </a:t>
            </a:r>
            <a:r>
              <a:rPr lang="en-US" altLang="en-US" b="1" i="1" dirty="0">
                <a:solidFill>
                  <a:srgbClr val="FF0000"/>
                </a:solidFill>
              </a:rPr>
              <a:t>n</a:t>
            </a:r>
            <a:r>
              <a:rPr lang="en-US" altLang="en-US" b="1" dirty="0">
                <a:solidFill>
                  <a:srgbClr val="FF0000"/>
                </a:solidFill>
              </a:rPr>
              <a:t> is the number of elements in the array</a:t>
            </a:r>
            <a:r>
              <a:rPr lang="en-US" altLang="en-US" dirty="0"/>
              <a:t>.</a:t>
            </a:r>
          </a:p>
          <a:p>
            <a:endParaRPr lang="en-US" altLang="en-US" b="1" dirty="0">
              <a:solidFill>
                <a:srgbClr val="FF0000"/>
              </a:solidFill>
            </a:endParaRPr>
          </a:p>
          <a:p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9" name="Group 37">
            <a:extLst>
              <a:ext uri="{FF2B5EF4-FFF2-40B4-BE49-F238E27FC236}">
                <a16:creationId xmlns:a16="http://schemas.microsoft.com/office/drawing/2014/main" id="{2C0E55F4-BBB4-4AF7-9BE6-C11D16C3FA51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4633913"/>
          <a:ext cx="6096000" cy="36560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0</a:t>
                      </a:r>
                    </a:p>
                  </a:txBody>
                  <a:tcPr marT="45641" marB="4564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1</a:t>
                      </a:r>
                    </a:p>
                  </a:txBody>
                  <a:tcPr marT="45641" marB="4564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2</a:t>
                      </a:r>
                    </a:p>
                  </a:txBody>
                  <a:tcPr marT="45641" marB="4564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3</a:t>
                      </a:r>
                    </a:p>
                  </a:txBody>
                  <a:tcPr marT="45641" marB="4564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4</a:t>
                      </a:r>
                    </a:p>
                  </a:txBody>
                  <a:tcPr marT="45641" marB="4564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roup 38">
            <a:extLst>
              <a:ext uri="{FF2B5EF4-FFF2-40B4-BE49-F238E27FC236}">
                <a16:creationId xmlns:a16="http://schemas.microsoft.com/office/drawing/2014/main" id="{6C89F987-5619-450D-BCA7-DE3A5DDA3F44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5014913"/>
          <a:ext cx="6096000" cy="381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 Box 36">
            <a:extLst>
              <a:ext uri="{FF2B5EF4-FFF2-40B4-BE49-F238E27FC236}">
                <a16:creationId xmlns:a16="http://schemas.microsoft.com/office/drawing/2014/main" id="{303971D0-7618-4FEC-ADD3-0B8B77847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267200"/>
            <a:ext cx="139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sz="2000"/>
              <a:t>subscripts:</a:t>
            </a:r>
          </a:p>
        </p:txBody>
      </p:sp>
    </p:spTree>
    <p:extLst>
      <p:ext uri="{BB962C8B-B14F-4D97-AF65-F5344CB8AC3E}">
        <p14:creationId xmlns:p14="http://schemas.microsoft.com/office/powerpoint/2010/main" val="284738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Accessing Array Elements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7C62C32-9868-4765-93C5-D3CB2435B80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752600"/>
            <a:ext cx="829468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Array elements can be used as regular variables:  </a:t>
            </a:r>
          </a:p>
          <a:p>
            <a:pPr lvl="1"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400" dirty="0">
                <a:latin typeface="Courier New" pitchFamily="49" charset="0"/>
              </a:rPr>
              <a:t>tests[0] = 79;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</a:t>
            </a:r>
            <a:r>
              <a:rPr lang="en-US" altLang="en-US" sz="2400" dirty="0" err="1">
                <a:latin typeface="Courier New" pitchFamily="49" charset="0"/>
              </a:rPr>
              <a:t>cout</a:t>
            </a:r>
            <a:r>
              <a:rPr lang="en-US" altLang="en-US" sz="2400" dirty="0">
                <a:latin typeface="Courier New" pitchFamily="49" charset="0"/>
              </a:rPr>
              <a:t> &lt;&lt; tests[0];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</a:t>
            </a:r>
            <a:r>
              <a:rPr lang="en-US" altLang="en-US" sz="2400" dirty="0" err="1">
                <a:latin typeface="Courier New" pitchFamily="49" charset="0"/>
              </a:rPr>
              <a:t>cin</a:t>
            </a:r>
            <a:r>
              <a:rPr lang="en-US" altLang="en-US" sz="2400" dirty="0">
                <a:latin typeface="Courier New" pitchFamily="49" charset="0"/>
              </a:rPr>
              <a:t> &gt;&gt; tests[1];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tests[4] = tests[0] + tests[1];</a:t>
            </a:r>
          </a:p>
          <a:p>
            <a:r>
              <a:rPr lang="en-US" altLang="en-US" sz="2800" dirty="0"/>
              <a:t>Arrays must be accessed via individual elements: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400" dirty="0" err="1">
                <a:latin typeface="Courier New" pitchFamily="49" charset="0"/>
              </a:rPr>
              <a:t>cout</a:t>
            </a:r>
            <a:r>
              <a:rPr lang="en-US" altLang="en-US" sz="2400" dirty="0">
                <a:latin typeface="Courier New" pitchFamily="49" charset="0"/>
              </a:rPr>
              <a:t> &lt;&lt; tests; // illegal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8185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6" name="Picture 4" descr="Pink tissue paper">
            <a:extLst>
              <a:ext uri="{FF2B5EF4-FFF2-40B4-BE49-F238E27FC236}">
                <a16:creationId xmlns:a16="http://schemas.microsoft.com/office/drawing/2014/main" id="{C76A70BE-8A40-4756-BBD1-7CB3CED980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1"/>
          <a:stretch/>
        </p:blipFill>
        <p:spPr bwMode="auto">
          <a:xfrm>
            <a:off x="827584" y="1556792"/>
            <a:ext cx="6019800" cy="412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7056784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892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6912768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(continued)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983D4E-F145-4C9F-80D9-57F26D7A5471}"/>
              </a:ext>
            </a:extLst>
          </p:cNvPr>
          <p:cNvGrpSpPr/>
          <p:nvPr/>
        </p:nvGrpSpPr>
        <p:grpSpPr>
          <a:xfrm>
            <a:off x="609600" y="1706563"/>
            <a:ext cx="7086600" cy="4562475"/>
            <a:chOff x="609600" y="1706563"/>
            <a:chExt cx="7086600" cy="4562475"/>
          </a:xfrm>
        </p:grpSpPr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FF030244-5621-4802-A5E9-220E18088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327525"/>
              <a:ext cx="708660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sz="2000"/>
                <a:t>Here are the contents of the </a:t>
              </a:r>
              <a:r>
                <a:rPr lang="en-US" altLang="en-US" sz="2000">
                  <a:latin typeface="Courier New" pitchFamily="49" charset="0"/>
                </a:rPr>
                <a:t>hours</a:t>
              </a:r>
              <a:r>
                <a:rPr lang="en-US" altLang="en-US" sz="2000"/>
                <a:t> array, with the values entered by the user in the example output:</a:t>
              </a:r>
            </a:p>
          </p:txBody>
        </p:sp>
        <p:pic>
          <p:nvPicPr>
            <p:cNvPr id="9" name="Picture 4" descr="0707sowc copy">
              <a:extLst>
                <a:ext uri="{FF2B5EF4-FFF2-40B4-BE49-F238E27FC236}">
                  <a16:creationId xmlns:a16="http://schemas.microsoft.com/office/drawing/2014/main" id="{87906E65-C204-4DD2-9384-857B16C5BC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5181600"/>
              <a:ext cx="5534025" cy="1087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5" descr="Pink tissue paper">
              <a:extLst>
                <a:ext uri="{FF2B5EF4-FFF2-40B4-BE49-F238E27FC236}">
                  <a16:creationId xmlns:a16="http://schemas.microsoft.com/office/drawing/2014/main" id="{2987071B-7C88-49AF-BDB8-41769E244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925" y="1706563"/>
              <a:ext cx="5654675" cy="251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7728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 	learncpp.com: 6.1 – Arrays (Part 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1"/>
            <a:ext cx="8182346" cy="1295152"/>
          </a:xfrm>
        </p:spPr>
        <p:txBody>
          <a:bodyPr/>
          <a:lstStyle/>
          <a:p>
            <a:pPr algn="ctr"/>
            <a:r>
              <a:rPr lang="en-GB" sz="4400" dirty="0"/>
              <a:t>Accessing Array Contents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21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Accessing Array Contents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069B24B-A97A-4A2B-AA86-644C058570F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46275"/>
            <a:ext cx="8153400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Can access element with a constant or literal subscript:</a:t>
            </a:r>
          </a:p>
          <a:p>
            <a:pPr lvl="1"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itchFamily="49" charset="0"/>
              </a:rPr>
              <a:t>cout &lt;&lt; tests[3] &lt;&lt; endl;</a:t>
            </a:r>
            <a:br>
              <a:rPr lang="en-US" altLang="en-US">
                <a:latin typeface="Courier New" pitchFamily="49" charset="0"/>
              </a:rPr>
            </a:br>
            <a:endParaRPr lang="en-US" altLang="en-US">
              <a:latin typeface="Courier New" pitchFamily="49" charset="0"/>
            </a:endParaRPr>
          </a:p>
          <a:p>
            <a:r>
              <a:rPr lang="en-US" altLang="en-US"/>
              <a:t>Can use integer expression as subscript: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itchFamily="49" charset="0"/>
              </a:rPr>
              <a:t>int i = 5;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>
                <a:latin typeface="Courier New" pitchFamily="49" charset="0"/>
              </a:rPr>
              <a:t>	cout &lt;&lt; tests[i] &lt;&lt; endl;</a:t>
            </a:r>
            <a:endParaRPr lang="en-US" alt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37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a Loop to Step Through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4ECD2D8-AF76-4472-A721-796C824BBEDF}"/>
              </a:ext>
            </a:extLst>
          </p:cNvPr>
          <p:cNvGrpSpPr/>
          <p:nvPr/>
        </p:nvGrpSpPr>
        <p:grpSpPr>
          <a:xfrm>
            <a:off x="304800" y="1600200"/>
            <a:ext cx="8534400" cy="3671888"/>
            <a:chOff x="304800" y="1600200"/>
            <a:chExt cx="8534400" cy="3671888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1E27BF92-675E-450B-B813-77B3D60C1A8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600200"/>
              <a:ext cx="8305800" cy="14541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/>
                <a:t>Example – The following code defines an array, </a:t>
              </a:r>
              <a:r>
                <a:rPr lang="en-US" altLang="en-US">
                  <a:latin typeface="Courier New" pitchFamily="49" charset="0"/>
                </a:rPr>
                <a:t>numbers</a:t>
              </a:r>
              <a:r>
                <a:rPr lang="en-US" altLang="en-US"/>
                <a:t>, and assigns 99 to each element:</a:t>
              </a:r>
              <a:endParaRPr lang="en-US" altLang="en-US" dirty="0"/>
            </a:p>
          </p:txBody>
        </p:sp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26081475-C812-43BC-83F3-D17564643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505200"/>
              <a:ext cx="8534400" cy="1766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sz="2200">
                  <a:latin typeface="Courier New" pitchFamily="49" charset="0"/>
                </a:rPr>
                <a:t>const int ARRAY_SIZE = 5;</a:t>
              </a:r>
            </a:p>
            <a:p>
              <a:pPr eaLnBrk="1" hangingPunct="1"/>
              <a:r>
                <a:rPr lang="en-US" altLang="en-US" sz="2200">
                  <a:latin typeface="Courier New" pitchFamily="49" charset="0"/>
                </a:rPr>
                <a:t>int numbers[ARRAY_SIZE];</a:t>
              </a:r>
              <a:br>
                <a:rPr lang="en-US" altLang="en-US" sz="2200">
                  <a:latin typeface="Courier New" pitchFamily="49" charset="0"/>
                </a:rPr>
              </a:br>
              <a:endParaRPr lang="en-US" altLang="en-US" sz="2200">
                <a:latin typeface="Courier New" pitchFamily="49" charset="0"/>
              </a:endParaRPr>
            </a:p>
            <a:p>
              <a:pPr eaLnBrk="1" hangingPunct="1"/>
              <a:r>
                <a:rPr lang="en-US" altLang="en-US" sz="2200">
                  <a:latin typeface="Courier New" pitchFamily="49" charset="0"/>
                </a:rPr>
                <a:t>for (int count = 0; count &lt; ARRAY_SIZE; count++)</a:t>
              </a:r>
            </a:p>
            <a:p>
              <a:pPr eaLnBrk="1" hangingPunct="1"/>
              <a:r>
                <a:rPr lang="en-US" altLang="en-US" sz="2200">
                  <a:latin typeface="Courier New" pitchFamily="49" charset="0"/>
                </a:rPr>
                <a:t>     numbers[count] = 99;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4607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Closer Look at the Loop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3" descr="0708sowc copy">
            <a:extLst>
              <a:ext uri="{FF2B5EF4-FFF2-40B4-BE49-F238E27FC236}">
                <a16:creationId xmlns:a16="http://schemas.microsoft.com/office/drawing/2014/main" id="{ADB3A65D-CA20-4E7A-BDA3-DB78C8E29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04864"/>
            <a:ext cx="7654737" cy="279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0997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 Initialisation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14D5063-E1D8-4D3F-B294-7AD98B19B96B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48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Global array </a:t>
            </a:r>
            <a:r>
              <a:rPr lang="en-US" altLang="en-US">
                <a:sym typeface="Wingdings" pitchFamily="2" charset="2"/>
              </a:rPr>
              <a:t> all elements initialized to </a:t>
            </a:r>
            <a:r>
              <a:rPr lang="en-US" altLang="en-US">
                <a:latin typeface="Courier New" pitchFamily="49" charset="0"/>
                <a:sym typeface="Wingdings" pitchFamily="2" charset="2"/>
              </a:rPr>
              <a:t>0</a:t>
            </a:r>
            <a:r>
              <a:rPr lang="en-US" altLang="en-US">
                <a:sym typeface="Wingdings" pitchFamily="2" charset="2"/>
              </a:rPr>
              <a:t> by default</a:t>
            </a:r>
            <a:br>
              <a:rPr lang="en-US" altLang="en-US">
                <a:sym typeface="Wingdings" pitchFamily="2" charset="2"/>
              </a:rPr>
            </a:br>
            <a:endParaRPr lang="en-US" altLang="en-US">
              <a:sym typeface="Wingdings" pitchFamily="2" charset="2"/>
            </a:endParaRPr>
          </a:p>
          <a:p>
            <a:r>
              <a:rPr lang="en-US" altLang="en-US">
                <a:sym typeface="Wingdings" pitchFamily="2" charset="2"/>
              </a:rPr>
              <a:t>Local array  all elements </a:t>
            </a:r>
            <a:r>
              <a:rPr lang="en-US" altLang="en-US" i="1">
                <a:sym typeface="Wingdings" pitchFamily="2" charset="2"/>
              </a:rPr>
              <a:t>uninitialized</a:t>
            </a:r>
            <a:r>
              <a:rPr lang="en-US" altLang="en-US">
                <a:sym typeface="Wingdings" pitchFamily="2" charset="2"/>
              </a:rPr>
              <a:t> by default</a:t>
            </a:r>
            <a:endParaRPr lang="en-US" alt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01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Bounds Checking in C++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CC2FFB4-5A3B-48D2-92C3-04A17245E1F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46275"/>
            <a:ext cx="8229600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When you use a value as an array subscript, C++ does not check it to make sure it is a </a:t>
            </a:r>
            <a:r>
              <a:rPr lang="en-US" altLang="en-US" i="1"/>
              <a:t>valid</a:t>
            </a:r>
            <a:r>
              <a:rPr lang="en-US" altLang="en-US"/>
              <a:t> subscript.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In other words, you can use subscripts that are beyond the bounds of the array.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29041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B9697-6075-4C1E-A000-32BFD163DA4F}"/>
              </a:ext>
            </a:extLst>
          </p:cNvPr>
          <p:cNvGrpSpPr/>
          <p:nvPr/>
        </p:nvGrpSpPr>
        <p:grpSpPr>
          <a:xfrm>
            <a:off x="304800" y="1600200"/>
            <a:ext cx="8534400" cy="3657600"/>
            <a:chOff x="304800" y="1600200"/>
            <a:chExt cx="8534400" cy="3657600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CAACEEE6-B732-46E6-9C15-4BE68057A2D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600200"/>
              <a:ext cx="8305800" cy="15938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en-US"/>
                <a:t>The following code defines a three-element array, and then writes five values to it!</a:t>
              </a:r>
              <a:endParaRPr lang="en-US" altLang="en-US" dirty="0"/>
            </a:p>
          </p:txBody>
        </p:sp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3AF466A7-8191-4B1F-B7FF-75228BA0B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3227388"/>
              <a:ext cx="8534400" cy="2030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9043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7056784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 (continued)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3" descr="0709sowc copy">
            <a:extLst>
              <a:ext uri="{FF2B5EF4-FFF2-40B4-BE49-F238E27FC236}">
                <a16:creationId xmlns:a16="http://schemas.microsoft.com/office/drawing/2014/main" id="{3DA07BAB-FF90-44F3-8595-CA488A69E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68438"/>
            <a:ext cx="8305800" cy="493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22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6912768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Bounds Checking in C++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241107B-AD08-437A-9284-196C9D6F927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46275"/>
            <a:ext cx="8229600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Be careful not to use invalid subscripts</a:t>
            </a:r>
            <a:r>
              <a:rPr lang="en-US" altLang="en-US"/>
              <a:t>.</a:t>
            </a:r>
          </a:p>
          <a:p>
            <a:r>
              <a:rPr lang="en-US" altLang="en-US" b="1">
                <a:solidFill>
                  <a:srgbClr val="3333CC"/>
                </a:solidFill>
              </a:rPr>
              <a:t>Doing so can corrupt other memory locations, crash program, or lock up computer, and cause elusive bugs</a:t>
            </a:r>
            <a:r>
              <a:rPr lang="en-US" altLang="en-US"/>
              <a:t>.</a:t>
            </a:r>
          </a:p>
          <a:p>
            <a:pPr>
              <a:buFont typeface="Times" pitchFamily="-16" charset="0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41404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6912768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Off-by-One Errors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4AEB75-84DE-4658-8673-DEA856340291}"/>
              </a:ext>
            </a:extLst>
          </p:cNvPr>
          <p:cNvGrpSpPr/>
          <p:nvPr/>
        </p:nvGrpSpPr>
        <p:grpSpPr>
          <a:xfrm>
            <a:off x="381000" y="1600200"/>
            <a:ext cx="8382000" cy="4356100"/>
            <a:chOff x="381000" y="1600200"/>
            <a:chExt cx="8382000" cy="43561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5CE5EC6D-9752-4BA4-B9F7-653EA4EB68C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600200"/>
              <a:ext cx="8305800" cy="200818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b="1">
                  <a:solidFill>
                    <a:srgbClr val="3333CC"/>
                  </a:solidFill>
                </a:rPr>
                <a:t>An off-by-one error happens when you use array subscripts that are off by one</a:t>
              </a:r>
              <a:r>
                <a:rPr lang="en-US" altLang="en-US"/>
                <a:t>.</a:t>
              </a:r>
            </a:p>
            <a:p>
              <a:pPr>
                <a:lnSpc>
                  <a:spcPct val="90000"/>
                </a:lnSpc>
              </a:pPr>
              <a:r>
                <a:rPr lang="en-US" altLang="en-US"/>
                <a:t>This can happen when you start subscripts at 1 rather than 0:</a:t>
              </a:r>
              <a:endParaRPr lang="en-US" altLang="en-US" dirty="0"/>
            </a:p>
          </p:txBody>
        </p:sp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84397FBE-62B9-42C2-A1F0-F69DF8C31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038600"/>
              <a:ext cx="8382000" cy="191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// This code has an off-by-one error.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const </a:t>
              </a:r>
              <a:r>
                <a:rPr lang="en-US" altLang="en-US" dirty="0" err="1">
                  <a:latin typeface="Courier New" pitchFamily="49" charset="0"/>
                </a:rPr>
                <a:t>int</a:t>
              </a:r>
              <a:r>
                <a:rPr lang="en-US" altLang="en-US" dirty="0">
                  <a:latin typeface="Courier New" pitchFamily="49" charset="0"/>
                </a:rPr>
                <a:t> SIZE = 100;</a:t>
              </a:r>
            </a:p>
            <a:p>
              <a:pPr eaLnBrk="1" hangingPunct="1"/>
              <a:r>
                <a:rPr lang="en-US" altLang="en-US" dirty="0" err="1">
                  <a:latin typeface="Courier New" pitchFamily="49" charset="0"/>
                </a:rPr>
                <a:t>int</a:t>
              </a:r>
              <a:r>
                <a:rPr lang="en-US" altLang="en-US" dirty="0">
                  <a:latin typeface="Courier New" pitchFamily="49" charset="0"/>
                </a:rPr>
                <a:t> numbers[SIZE];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for (</a:t>
              </a:r>
              <a:r>
                <a:rPr lang="en-US" altLang="en-US" dirty="0" err="1">
                  <a:latin typeface="Courier New" pitchFamily="49" charset="0"/>
                </a:rPr>
                <a:t>int</a:t>
              </a:r>
              <a:r>
                <a:rPr lang="en-US" altLang="en-US" dirty="0">
                  <a:latin typeface="Courier New" pitchFamily="49" charset="0"/>
                </a:rPr>
                <a:t> count = 1; count &lt;= SIZE; count++)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numbers[count] = 0;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2200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10948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1"/>
            <a:ext cx="8254354" cy="1295152"/>
          </a:xfrm>
        </p:spPr>
        <p:txBody>
          <a:bodyPr/>
          <a:lstStyle/>
          <a:p>
            <a:pPr algn="ctr"/>
            <a:r>
              <a:rPr lang="en-GB" sz="4400" dirty="0"/>
              <a:t>Array Initialisation &amp; Assignment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839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Initialisation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EF287ED-14DC-4554-B2F2-2FF6830F4858}"/>
              </a:ext>
            </a:extLst>
          </p:cNvPr>
          <p:cNvSpPr txBox="1">
            <a:spLocks noChangeArrowheads="1"/>
          </p:cNvSpPr>
          <p:nvPr/>
        </p:nvSpPr>
        <p:spPr>
          <a:xfrm>
            <a:off x="418502" y="1445568"/>
            <a:ext cx="8001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Arrays can be </a:t>
            </a:r>
            <a:r>
              <a:rPr lang="en-AU" altLang="en-US" dirty="0"/>
              <a:t>initialised</a:t>
            </a:r>
            <a:r>
              <a:rPr lang="en-US" altLang="en-US" dirty="0"/>
              <a:t> with an </a:t>
            </a:r>
            <a:r>
              <a:rPr lang="en-AU" altLang="en-US" u="sng" dirty="0"/>
              <a:t>initialisation</a:t>
            </a:r>
            <a:r>
              <a:rPr lang="en-US" altLang="en-US" u="sng" dirty="0"/>
              <a:t> list</a:t>
            </a:r>
            <a:r>
              <a:rPr lang="en-US" altLang="en-US" dirty="0"/>
              <a:t>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sz="2600" dirty="0">
                <a:latin typeface="Courier New" pitchFamily="49" charset="0"/>
              </a:rPr>
              <a:t>const int SIZE = 5;</a:t>
            </a:r>
            <a:br>
              <a:rPr lang="en-US" altLang="en-US" sz="2600" dirty="0">
                <a:latin typeface="Courier New" pitchFamily="49" charset="0"/>
              </a:rPr>
            </a:br>
            <a:r>
              <a:rPr lang="en-US" altLang="en-US" sz="2600" dirty="0">
                <a:latin typeface="Courier New" pitchFamily="49" charset="0"/>
              </a:rPr>
              <a:t>int tests[SIZE] = {79,82,91,77,84};</a:t>
            </a:r>
            <a:br>
              <a:rPr lang="en-US" altLang="en-US" sz="2600" dirty="0">
                <a:latin typeface="Courier New" pitchFamily="49" charset="0"/>
              </a:rPr>
            </a:br>
            <a:endParaRPr lang="en-US" altLang="en-US" sz="2600" dirty="0"/>
          </a:p>
          <a:p>
            <a:r>
              <a:rPr lang="en-US" altLang="en-US" dirty="0"/>
              <a:t>The values are stored in the array in the order in which they appear in the list.</a:t>
            </a:r>
          </a:p>
          <a:p>
            <a:r>
              <a:rPr lang="en-US" altLang="en-US" dirty="0"/>
              <a:t>The </a:t>
            </a:r>
            <a:r>
              <a:rPr lang="en-AU" altLang="en-US" dirty="0"/>
              <a:t>initialisation</a:t>
            </a:r>
            <a:r>
              <a:rPr lang="en-US" altLang="en-US" dirty="0"/>
              <a:t> list cannot exceed the array size.</a:t>
            </a:r>
          </a:p>
        </p:txBody>
      </p:sp>
    </p:spTree>
    <p:extLst>
      <p:ext uri="{BB962C8B-B14F-4D97-AF65-F5344CB8AC3E}">
        <p14:creationId xmlns:p14="http://schemas.microsoft.com/office/powerpoint/2010/main" val="2993807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102E86D-F3F2-4AD9-81A7-0C61317CE381}"/>
              </a:ext>
            </a:extLst>
          </p:cNvPr>
          <p:cNvGrpSpPr/>
          <p:nvPr/>
        </p:nvGrpSpPr>
        <p:grpSpPr>
          <a:xfrm>
            <a:off x="827584" y="1655349"/>
            <a:ext cx="4953000" cy="4497388"/>
            <a:chOff x="827584" y="1655349"/>
            <a:chExt cx="4953000" cy="4497388"/>
          </a:xfrm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EF427106-3F07-4BBD-B2A7-3EBB868703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1655349"/>
              <a:ext cx="4679950" cy="178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D26446E8-D24D-4DF2-A527-44109097E4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2509" y="3490499"/>
              <a:ext cx="4918075" cy="2662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41757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Array Initialisation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7E3A94-2348-43D8-A96A-7CE00898C3F0}"/>
              </a:ext>
            </a:extLst>
          </p:cNvPr>
          <p:cNvGrpSpPr/>
          <p:nvPr/>
        </p:nvGrpSpPr>
        <p:grpSpPr>
          <a:xfrm>
            <a:off x="304800" y="1676400"/>
            <a:ext cx="8383960" cy="4648200"/>
            <a:chOff x="304800" y="1676400"/>
            <a:chExt cx="8383960" cy="46482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4067F55E-50C2-49C1-A742-E72EAEB26E1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4800" y="1676400"/>
              <a:ext cx="7924800" cy="46482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en-US" dirty="0"/>
                <a:t>If an array is </a:t>
              </a:r>
              <a:r>
                <a:rPr lang="en-AU" altLang="en-US" dirty="0"/>
                <a:t>initialised</a:t>
              </a:r>
              <a:r>
                <a:rPr lang="en-US" altLang="en-US" dirty="0"/>
                <a:t> with fewer initial values than the size declarator, the remaining elements will be set to </a:t>
              </a:r>
              <a:r>
                <a:rPr lang="en-US" altLang="en-US" dirty="0">
                  <a:latin typeface="Courier New" pitchFamily="49" charset="0"/>
                </a:rPr>
                <a:t>0:</a:t>
              </a:r>
            </a:p>
            <a:p>
              <a:pPr lvl="1">
                <a:buFontTx/>
                <a:buNone/>
              </a:pPr>
              <a:br>
                <a:rPr lang="en-US" altLang="en-US" dirty="0">
                  <a:latin typeface="Courier New" pitchFamily="49" charset="0"/>
                </a:rPr>
              </a:br>
              <a:br>
                <a:rPr lang="en-US" altLang="en-US" dirty="0">
                  <a:latin typeface="Courier New" pitchFamily="49" charset="0"/>
                </a:rPr>
              </a:br>
              <a:endParaRPr lang="en-US" altLang="en-US" dirty="0">
                <a:latin typeface="Courier New" pitchFamily="49" charset="0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CB25C19-D5B8-4403-862D-47D3B450E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60" y="3429000"/>
              <a:ext cx="8077200" cy="2095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5781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Implicit Array Sizing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81198E0-9E7D-4B69-8E78-8D9A8F1FE8A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Can determine array size by the size of the </a:t>
            </a:r>
            <a:r>
              <a:rPr lang="en-AU" altLang="en-US" dirty="0"/>
              <a:t>initialisation</a:t>
            </a:r>
            <a:r>
              <a:rPr lang="en-US" altLang="en-US" dirty="0"/>
              <a:t> list:</a:t>
            </a:r>
          </a:p>
          <a:p>
            <a:pPr lvl="1"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int quizzes[]={12,17,15,11};</a:t>
            </a:r>
            <a:endParaRPr lang="en-US" altLang="en-US" dirty="0"/>
          </a:p>
          <a:p>
            <a:pPr lvl="1">
              <a:buFontTx/>
              <a:buNone/>
            </a:pPr>
            <a:endParaRPr lang="en-US" altLang="en-US" dirty="0"/>
          </a:p>
          <a:p>
            <a:r>
              <a:rPr lang="en-US" altLang="en-US" dirty="0"/>
              <a:t>Must use either array size declarator or </a:t>
            </a:r>
            <a:r>
              <a:rPr lang="en-AU" altLang="en-US" dirty="0"/>
              <a:t>initialisation</a:t>
            </a:r>
            <a:r>
              <a:rPr lang="en-US" altLang="en-US" dirty="0"/>
              <a:t> </a:t>
            </a:r>
            <a:r>
              <a:rPr lang="en-US" altLang="en-US"/>
              <a:t>list for array definition.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1069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Initialising an Array with a String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F47AF4C-B15B-458E-8751-CE6FCEAB84D6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524000"/>
            <a:ext cx="8382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Character array can be </a:t>
            </a:r>
            <a:r>
              <a:rPr lang="en-US" altLang="en-US" dirty="0" err="1"/>
              <a:t>initialised</a:t>
            </a:r>
            <a:r>
              <a:rPr lang="en-US" altLang="en-US" dirty="0"/>
              <a:t> by enclosing string in " ":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	const int SIZE = 6;</a:t>
            </a:r>
            <a:br>
              <a:rPr lang="en-US" altLang="en-US" dirty="0">
                <a:latin typeface="Courier New" pitchFamily="49" charset="0"/>
              </a:rPr>
            </a:br>
            <a:r>
              <a:rPr lang="en-US" altLang="en-US" dirty="0">
                <a:latin typeface="Courier New" pitchFamily="49" charset="0"/>
              </a:rPr>
              <a:t>char </a:t>
            </a:r>
            <a:r>
              <a:rPr lang="en-US" altLang="en-US" dirty="0" err="1">
                <a:latin typeface="Courier New" pitchFamily="49" charset="0"/>
              </a:rPr>
              <a:t>fName</a:t>
            </a:r>
            <a:r>
              <a:rPr lang="en-US" altLang="en-US" dirty="0">
                <a:latin typeface="Courier New" pitchFamily="49" charset="0"/>
              </a:rPr>
              <a:t>[SIZE] = "Henry";</a:t>
            </a:r>
          </a:p>
          <a:p>
            <a:r>
              <a:rPr lang="en-US" altLang="en-US" dirty="0"/>
              <a:t>Must leave room for </a:t>
            </a:r>
            <a:r>
              <a:rPr lang="en-US" altLang="en-US" dirty="0">
                <a:latin typeface="Courier New" pitchFamily="49" charset="0"/>
              </a:rPr>
              <a:t>\0</a:t>
            </a:r>
            <a:r>
              <a:rPr lang="en-US" altLang="en-US" dirty="0"/>
              <a:t> at end of array</a:t>
            </a:r>
          </a:p>
          <a:p>
            <a:r>
              <a:rPr lang="en-US" altLang="en-US" dirty="0"/>
              <a:t>If </a:t>
            </a:r>
            <a:r>
              <a:rPr lang="en-US" altLang="en-US" dirty="0" err="1"/>
              <a:t>initialising</a:t>
            </a:r>
            <a:r>
              <a:rPr lang="en-US" altLang="en-US" dirty="0"/>
              <a:t> character-by-character, must add in </a:t>
            </a:r>
            <a:r>
              <a:rPr lang="en-US" altLang="en-US" dirty="0">
                <a:latin typeface="Courier New" pitchFamily="49" charset="0"/>
              </a:rPr>
              <a:t>\0</a:t>
            </a:r>
            <a:r>
              <a:rPr lang="en-US" altLang="en-US" dirty="0"/>
              <a:t> explicitly: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char </a:t>
            </a:r>
            <a:r>
              <a:rPr lang="en-US" altLang="en-US" dirty="0" err="1">
                <a:latin typeface="Courier New" pitchFamily="49" charset="0"/>
              </a:rPr>
              <a:t>fName</a:t>
            </a:r>
            <a:r>
              <a:rPr lang="en-US" altLang="en-US" dirty="0">
                <a:latin typeface="Courier New" pitchFamily="49" charset="0"/>
              </a:rPr>
              <a:t>[SIZE] = 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{ 'H', 'e', 'n', 'r', 'y', '\0'};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06125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Assignment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A89C999-E799-4679-A303-B017ACC8671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736725"/>
            <a:ext cx="7999413" cy="3743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Times" pitchFamily="-16" charset="0"/>
              <a:buNone/>
            </a:pPr>
            <a:r>
              <a:rPr lang="en-US" altLang="en-US"/>
              <a:t>To copy one array to another,</a:t>
            </a:r>
          </a:p>
          <a:p>
            <a:r>
              <a:rPr lang="en-US" altLang="en-US"/>
              <a:t>Don’t try to assign one array to the other: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itchFamily="49" charset="0"/>
              </a:rPr>
              <a:t>newTests = tests;  // Won't work</a:t>
            </a:r>
            <a:br>
              <a:rPr lang="en-US" altLang="en-US">
                <a:latin typeface="Courier New" pitchFamily="49" charset="0"/>
              </a:rPr>
            </a:br>
            <a:endParaRPr lang="en-US" altLang="en-US">
              <a:latin typeface="Courier New" pitchFamily="49" charset="0"/>
            </a:endParaRPr>
          </a:p>
          <a:p>
            <a:r>
              <a:rPr lang="en-US" altLang="en-US"/>
              <a:t>Instead, assign element-by-element: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itchFamily="49" charset="0"/>
              </a:rPr>
              <a:t>for (i = 0; i &lt; ARRAY_SIZE; i++)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>
                <a:latin typeface="Courier New" pitchFamily="49" charset="0"/>
              </a:rPr>
              <a:t>		  newTests[i] = tests[i];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96781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7056784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Printing String Contents of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524AB4-28BF-4E7F-9942-530B3771984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46275"/>
            <a:ext cx="7999413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/>
              <a:t>You can display the contents of a </a:t>
            </a:r>
            <a:r>
              <a:rPr lang="en-US" altLang="en-US" i="1"/>
              <a:t>character</a:t>
            </a:r>
            <a:r>
              <a:rPr lang="en-US" altLang="en-US"/>
              <a:t> array by sending its name to cout: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 </a:t>
            </a:r>
            <a:r>
              <a:rPr lang="en-US" altLang="en-US">
                <a:latin typeface="Courier New" pitchFamily="49" charset="0"/>
              </a:rPr>
              <a:t>char fName[] = "Henry";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>
                <a:latin typeface="Courier New" pitchFamily="49" charset="0"/>
              </a:rPr>
              <a:t>cout &lt;&lt; fName &lt;&lt; endl;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/>
              <a:t>But, this ONLY works with character arrays!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2612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6912768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Printing Numeric Contents of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7AFA7B-8A8E-46D8-B08D-98B572F8208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46275"/>
            <a:ext cx="7999413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For other types of arrays, you must print element-by-element:</a:t>
            </a:r>
            <a:br>
              <a:rPr lang="en-US" altLang="en-US"/>
            </a:br>
            <a:endParaRPr lang="en-US" altLang="en-US"/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itchFamily="49" charset="0"/>
              </a:rPr>
              <a:t>for (i = 0; i &lt; ARRAY_SIZE; i++)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>
                <a:latin typeface="Courier New" pitchFamily="49" charset="0"/>
              </a:rPr>
              <a:t>		  cout &lt;&lt; tests[i] &lt;&lt; endl;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89565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02609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1"/>
            <a:ext cx="8470378" cy="1079128"/>
          </a:xfrm>
        </p:spPr>
        <p:txBody>
          <a:bodyPr/>
          <a:lstStyle/>
          <a:p>
            <a:pPr algn="ctr"/>
            <a:r>
              <a:rPr lang="en-GB" sz="4400" dirty="0"/>
              <a:t>Operations on Arrays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3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Increment &amp; Decrement Operations on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6DC3D62F-CE2B-4422-89BA-A32D1C450BE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Array elements can be treated as ordinary variables of the same type as the array.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When using </a:t>
            </a:r>
            <a:r>
              <a:rPr lang="en-US" altLang="en-US" dirty="0">
                <a:latin typeface="Courier New" pitchFamily="49" charset="0"/>
              </a:rPr>
              <a:t>++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itchFamily="49" charset="0"/>
              </a:rPr>
              <a:t>--</a:t>
            </a:r>
            <a:r>
              <a:rPr lang="en-US" altLang="en-US" dirty="0"/>
              <a:t> operators, don’t confuse the element with the subscript: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tests[i]++; // add 1 to tests[i]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 New" pitchFamily="49" charset="0"/>
              </a:rPr>
              <a:t>	tests[i++]; // increment i, no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 New" pitchFamily="49" charset="0"/>
              </a:rPr>
              <a:t>				</a:t>
            </a:r>
            <a:r>
              <a:rPr lang="en-US" altLang="en-US" dirty="0"/>
              <a:t>     </a:t>
            </a:r>
            <a:r>
              <a:rPr lang="en-US" altLang="en-US" dirty="0">
                <a:latin typeface="Courier New" pitchFamily="49" charset="0"/>
              </a:rPr>
              <a:t>// effect on tests</a:t>
            </a: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6954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Summing &amp; Averaging Array Elements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93F6220A-334D-4FB7-9EC4-660F1CF8F933}"/>
              </a:ext>
            </a:extLst>
          </p:cNvPr>
          <p:cNvSpPr txBox="1">
            <a:spLocks noChangeArrowheads="1"/>
          </p:cNvSpPr>
          <p:nvPr/>
        </p:nvSpPr>
        <p:spPr>
          <a:xfrm>
            <a:off x="266700" y="1656210"/>
            <a:ext cx="86106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Use a simple loop to add together array elements: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int </a:t>
            </a:r>
            <a:r>
              <a:rPr lang="en-US" altLang="en-US" dirty="0" err="1">
                <a:latin typeface="Courier New" pitchFamily="49" charset="0"/>
              </a:rPr>
              <a:t>tnum</a:t>
            </a:r>
            <a:r>
              <a:rPr lang="en-US" altLang="en-US" dirty="0">
                <a:latin typeface="Courier New" pitchFamily="49" charset="0"/>
              </a:rPr>
              <a:t>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	double average, sum = 0;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	for(</a:t>
            </a:r>
            <a:r>
              <a:rPr lang="en-US" altLang="en-US" dirty="0" err="1">
                <a:latin typeface="Courier New" pitchFamily="49" charset="0"/>
              </a:rPr>
              <a:t>tnum</a:t>
            </a:r>
            <a:r>
              <a:rPr lang="en-US" altLang="en-US" dirty="0">
                <a:latin typeface="Courier New" pitchFamily="49" charset="0"/>
              </a:rPr>
              <a:t> = 0; </a:t>
            </a:r>
            <a:r>
              <a:rPr lang="en-US" altLang="en-US" dirty="0" err="1">
                <a:latin typeface="Courier New" pitchFamily="49" charset="0"/>
              </a:rPr>
              <a:t>tnum</a:t>
            </a:r>
            <a:r>
              <a:rPr lang="en-US" altLang="en-US" dirty="0">
                <a:latin typeface="Courier New" pitchFamily="49" charset="0"/>
              </a:rPr>
              <a:t> &lt; SIZE; </a:t>
            </a:r>
            <a:r>
              <a:rPr lang="en-US" altLang="en-US" dirty="0" err="1">
                <a:latin typeface="Courier New" pitchFamily="49" charset="0"/>
              </a:rPr>
              <a:t>tnum</a:t>
            </a:r>
            <a:r>
              <a:rPr lang="en-US" altLang="en-US" dirty="0">
                <a:latin typeface="Courier New" pitchFamily="49" charset="0"/>
              </a:rPr>
              <a:t>++)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			sum += tests[</a:t>
            </a:r>
            <a:r>
              <a:rPr lang="en-US" altLang="en-US" dirty="0" err="1">
                <a:latin typeface="Courier New" pitchFamily="49" charset="0"/>
              </a:rPr>
              <a:t>tnum</a:t>
            </a:r>
            <a:r>
              <a:rPr lang="en-US" altLang="en-US" dirty="0">
                <a:latin typeface="Courier New" pitchFamily="49" charset="0"/>
              </a:rPr>
              <a:t>];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Once summed, the average can be calculated immediately outside the loop: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average = sum / SIZE;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974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 the Highest Value in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FD2680-824A-4C19-9179-F701EDF8C24E}"/>
              </a:ext>
            </a:extLst>
          </p:cNvPr>
          <p:cNvGrpSpPr/>
          <p:nvPr/>
        </p:nvGrpSpPr>
        <p:grpSpPr>
          <a:xfrm>
            <a:off x="304800" y="1600200"/>
            <a:ext cx="8458200" cy="4183797"/>
            <a:chOff x="304800" y="1600200"/>
            <a:chExt cx="8458200" cy="4183797"/>
          </a:xfrm>
        </p:grpSpPr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B7CCFD45-7E46-48B3-B26F-8949DBF142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1600200"/>
              <a:ext cx="8229600" cy="301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int count;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int highest;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highest = numbers[0];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for (count = 1; count &lt; SIZE; count++)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{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if (numbers[count] &gt; highest)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   highest = numbers[count];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98E716E2-FCC9-49AE-9BA3-93E48ACBB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4953000"/>
              <a:ext cx="84582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/>
                <a:t>When this code execution is finished, the </a:t>
              </a:r>
              <a:r>
                <a:rPr lang="en-US" altLang="en-US" dirty="0">
                  <a:latin typeface="Courier New" pitchFamily="49" charset="0"/>
                </a:rPr>
                <a:t>highest</a:t>
              </a:r>
              <a:r>
                <a:rPr lang="en-US" altLang="en-US" dirty="0"/>
                <a:t> variable will contain the largest value from the </a:t>
              </a:r>
              <a:r>
                <a:rPr lang="en-US" altLang="en-US" dirty="0">
                  <a:latin typeface="Courier New" pitchFamily="49" charset="0"/>
                </a:rPr>
                <a:t>numbers</a:t>
              </a:r>
              <a:r>
                <a:rPr lang="en-US" altLang="en-US" dirty="0"/>
                <a:t> array.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3645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 the Lowest Value in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39F713-1507-4C2B-878E-739E4886B9A5}"/>
              </a:ext>
            </a:extLst>
          </p:cNvPr>
          <p:cNvGrpSpPr/>
          <p:nvPr/>
        </p:nvGrpSpPr>
        <p:grpSpPr>
          <a:xfrm>
            <a:off x="381000" y="1981200"/>
            <a:ext cx="8458200" cy="4183797"/>
            <a:chOff x="381000" y="1981200"/>
            <a:chExt cx="8458200" cy="4183797"/>
          </a:xfrm>
        </p:grpSpPr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7A1848A3-3A7B-46F5-B51F-230850F78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981200"/>
              <a:ext cx="8229600" cy="301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int count;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int lowest;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lowest = numbers[0];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for (count = 1; count &lt; SIZE; count++)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{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if (numbers[count] &lt; lowest)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   lowest = numbers[count];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F5C49740-FCA2-48C8-A798-D6D7E5F6C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5334000"/>
              <a:ext cx="84582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/>
                <a:t>When this code is finished, the </a:t>
              </a:r>
              <a:r>
                <a:rPr lang="en-US" altLang="en-US" dirty="0">
                  <a:latin typeface="Courier New" pitchFamily="49" charset="0"/>
                </a:rPr>
                <a:t>lowest</a:t>
              </a:r>
              <a:r>
                <a:rPr lang="en-US" altLang="en-US" dirty="0"/>
                <a:t> variable will contain the smallest value in the </a:t>
              </a:r>
              <a:r>
                <a:rPr lang="en-US" altLang="en-US" dirty="0">
                  <a:latin typeface="Courier New" pitchFamily="49" charset="0"/>
                </a:rPr>
                <a:t>numbers</a:t>
              </a:r>
              <a:r>
                <a:rPr lang="en-US" altLang="en-US" dirty="0"/>
                <a:t> array.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7361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Comparing Arrays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A7E8B5-0B02-49D5-9F55-E900D0997133}"/>
              </a:ext>
            </a:extLst>
          </p:cNvPr>
          <p:cNvGrpSpPr/>
          <p:nvPr/>
        </p:nvGrpSpPr>
        <p:grpSpPr>
          <a:xfrm>
            <a:off x="304800" y="1484784"/>
            <a:ext cx="8382000" cy="4572000"/>
            <a:chOff x="304800" y="1676400"/>
            <a:chExt cx="8382000" cy="45720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B03FFAD0-5C66-4170-AB10-008970A0FFF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4800" y="1676400"/>
              <a:ext cx="8229600" cy="13716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en-US" sz="2800" dirty="0"/>
                <a:t>To compare two arrays, you must compare element-by-element:</a:t>
              </a:r>
            </a:p>
          </p:txBody>
        </p:sp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9A87231C-FC9F-412A-9EA2-3C96D6621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2752725"/>
              <a:ext cx="8153400" cy="3495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const int SIZE = 5;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int firstArray[SIZE] = { 5, 10, 15, 20, 25 };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int secondArray[SIZE] = { 5, 10, 15, 20, 25 };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bool arraysEqual = true; // Flag variable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int count = 0;           // Loop counter variable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// Compare the two arrays.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while (arraysEqual &amp;&amp; count &lt; SIZE)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{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   if (firstArray[count] != secondArray[count])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      arraysEqual = false;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   count++;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}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if (arraysEqual)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   cout &lt;&lt; "The arrays are equal.\n";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else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   cout &lt;&lt; "The arrays are not equal.\n";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91663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7056784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Partially-Filled Arrays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19C8318-BCB0-44F7-A636-419711C0997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/>
              <a:t>If it is unknown how much data an array will be holding:</a:t>
            </a:r>
          </a:p>
          <a:p>
            <a:pPr lvl="1"/>
            <a:r>
              <a:rPr lang="en-US" altLang="en-US" sz="3200"/>
              <a:t>Make the array large enough to hold the largest expected number of elements.</a:t>
            </a:r>
          </a:p>
          <a:p>
            <a:pPr lvl="1"/>
            <a:r>
              <a:rPr lang="en-US" altLang="en-US" sz="3200"/>
              <a:t>Use a counter variable to keep track of the number of items stored in the array.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70476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09891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1"/>
            <a:ext cx="8398370" cy="1007120"/>
          </a:xfrm>
        </p:spPr>
        <p:txBody>
          <a:bodyPr/>
          <a:lstStyle/>
          <a:p>
            <a:pPr algn="ctr"/>
            <a:r>
              <a:rPr lang="en-GB" sz="4400" dirty="0"/>
              <a:t>Arrays in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9905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 as Function Arguments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9B3D487-767C-4A39-ADE1-EA5A973A3735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752600"/>
            <a:ext cx="86868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800" dirty="0"/>
              <a:t>When passing an array to a function, it is common to pass array size so that a function knows how many elements to process: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sz="2400" dirty="0" err="1">
                <a:latin typeface="Courier New" pitchFamily="49" charset="0"/>
              </a:rPr>
              <a:t>showScores</a:t>
            </a:r>
            <a:r>
              <a:rPr lang="en-US" altLang="en-US" sz="2400" dirty="0">
                <a:latin typeface="Courier New" pitchFamily="49" charset="0"/>
              </a:rPr>
              <a:t>(tests, ARRAY_SIZE);</a:t>
            </a: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800" dirty="0"/>
              <a:t>Array size must also be reflected in prototype, header: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void </a:t>
            </a:r>
            <a:r>
              <a:rPr lang="en-US" altLang="en-US" sz="2400" dirty="0" err="1">
                <a:latin typeface="Courier New" pitchFamily="49" charset="0"/>
              </a:rPr>
              <a:t>showScores</a:t>
            </a:r>
            <a:r>
              <a:rPr lang="en-US" altLang="en-US" sz="2400" dirty="0">
                <a:latin typeface="Courier New" pitchFamily="49" charset="0"/>
              </a:rPr>
              <a:t>(int [], int);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			// function prototype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void </a:t>
            </a:r>
            <a:r>
              <a:rPr lang="en-US" altLang="en-US" sz="2400" dirty="0" err="1">
                <a:latin typeface="Courier New" pitchFamily="49" charset="0"/>
              </a:rPr>
              <a:t>showScores</a:t>
            </a:r>
            <a:r>
              <a:rPr lang="en-US" altLang="en-US" sz="2400" dirty="0">
                <a:latin typeface="Courier New" pitchFamily="49" charset="0"/>
              </a:rPr>
              <a:t>(int tests[], int size)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			// function header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383774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B794E3E-E1B2-4B58-978E-317DF7368A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9"/>
          <a:stretch/>
        </p:blipFill>
        <p:spPr bwMode="auto">
          <a:xfrm>
            <a:off x="8451" y="1696027"/>
            <a:ext cx="8153400" cy="3465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3">
            <a:extLst>
              <a:ext uri="{FF2B5EF4-FFF2-40B4-BE49-F238E27FC236}">
                <a16:creationId xmlns:a16="http://schemas.microsoft.com/office/drawing/2014/main" id="{68F482B5-4ECC-4E94-8964-CD193D456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8001" y="5542972"/>
            <a:ext cx="301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i="1"/>
              <a:t>(Program Continues)</a:t>
            </a:r>
          </a:p>
        </p:txBody>
      </p:sp>
    </p:spTree>
    <p:extLst>
      <p:ext uri="{BB962C8B-B14F-4D97-AF65-F5344CB8AC3E}">
        <p14:creationId xmlns:p14="http://schemas.microsoft.com/office/powerpoint/2010/main" val="35324247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(continued)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06E0C09-792A-4B1F-BF21-E7D1C2C48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2450"/>
            <a:ext cx="8001000" cy="418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09397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Modifying Arrays in a Function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38166C5-DAAA-4B16-9C79-A4E5EF7F1C26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752600"/>
            <a:ext cx="829468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Array names in functions are like  reference variables – changes made to array in a function are reflected in the actual array </a:t>
            </a:r>
            <a:r>
              <a:rPr lang="en-US" altLang="en-US"/>
              <a:t>in the calling </a:t>
            </a:r>
            <a:r>
              <a:rPr lang="en-US" altLang="en-US" dirty="0"/>
              <a:t>function.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>
                <a:solidFill>
                  <a:srgbClr val="FF0000"/>
                </a:solidFill>
              </a:rPr>
              <a:t>Need to exercise caution that array is not inadvertently changed by a function.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776374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556048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844825"/>
            <a:ext cx="8398370" cy="1152128"/>
          </a:xfrm>
        </p:spPr>
        <p:txBody>
          <a:bodyPr/>
          <a:lstStyle/>
          <a:p>
            <a:pPr algn="ctr"/>
            <a:r>
              <a:rPr lang="en-GB" sz="4400" dirty="0"/>
              <a:t>Arrays in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371600" y="3861048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6977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 as Function Arguments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9B3D487-767C-4A39-ADE1-EA5A973A3735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752600"/>
            <a:ext cx="86868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800" dirty="0"/>
              <a:t>When passing an array to a function, it is common to pass array size so that a function knows how many elements to process: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sz="2400" dirty="0" err="1">
                <a:latin typeface="Courier New" pitchFamily="49" charset="0"/>
              </a:rPr>
              <a:t>showScores</a:t>
            </a:r>
            <a:r>
              <a:rPr lang="en-US" altLang="en-US" sz="2400" dirty="0">
                <a:latin typeface="Courier New" pitchFamily="49" charset="0"/>
              </a:rPr>
              <a:t>(tests, ARRAY_SIZE);</a:t>
            </a: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800" dirty="0"/>
              <a:t>Array size must also be reflected in prototype, header: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void </a:t>
            </a:r>
            <a:r>
              <a:rPr lang="en-US" altLang="en-US" sz="2400" dirty="0" err="1">
                <a:latin typeface="Courier New" pitchFamily="49" charset="0"/>
              </a:rPr>
              <a:t>showScores</a:t>
            </a:r>
            <a:r>
              <a:rPr lang="en-US" altLang="en-US" sz="2400" dirty="0">
                <a:latin typeface="Courier New" pitchFamily="49" charset="0"/>
              </a:rPr>
              <a:t>(int [], int);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			// function prototype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void </a:t>
            </a:r>
            <a:r>
              <a:rPr lang="en-US" altLang="en-US" sz="2400" dirty="0" err="1">
                <a:latin typeface="Courier New" pitchFamily="49" charset="0"/>
              </a:rPr>
              <a:t>showScores</a:t>
            </a:r>
            <a:r>
              <a:rPr lang="en-US" altLang="en-US" sz="2400" dirty="0">
                <a:latin typeface="Courier New" pitchFamily="49" charset="0"/>
              </a:rPr>
              <a:t>(int tests[], int size)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			// function header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714568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B794E3E-E1B2-4B58-978E-317DF7368A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9"/>
          <a:stretch/>
        </p:blipFill>
        <p:spPr bwMode="auto">
          <a:xfrm>
            <a:off x="8451" y="1696027"/>
            <a:ext cx="8153400" cy="3465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3">
            <a:extLst>
              <a:ext uri="{FF2B5EF4-FFF2-40B4-BE49-F238E27FC236}">
                <a16:creationId xmlns:a16="http://schemas.microsoft.com/office/drawing/2014/main" id="{68F482B5-4ECC-4E94-8964-CD193D456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8001" y="5542972"/>
            <a:ext cx="301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i="1"/>
              <a:t>(Program Continues)</a:t>
            </a:r>
          </a:p>
        </p:txBody>
      </p:sp>
    </p:spTree>
    <p:extLst>
      <p:ext uri="{BB962C8B-B14F-4D97-AF65-F5344CB8AC3E}">
        <p14:creationId xmlns:p14="http://schemas.microsoft.com/office/powerpoint/2010/main" val="42045079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(continued)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06E0C09-792A-4B1F-BF21-E7D1C2C48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2450"/>
            <a:ext cx="8001000" cy="418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25788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Modifying Arrays in a Function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38166C5-DAAA-4B16-9C79-A4E5EF7F1C26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752600"/>
            <a:ext cx="829468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Array names in functions are like  reference variables – changes made to array in a function are reflected in the actual array </a:t>
            </a:r>
            <a:r>
              <a:rPr lang="en-US" altLang="en-US"/>
              <a:t>in the calling </a:t>
            </a:r>
            <a:r>
              <a:rPr lang="en-US" altLang="en-US" dirty="0"/>
              <a:t>function.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>
                <a:solidFill>
                  <a:srgbClr val="FF0000"/>
                </a:solidFill>
              </a:rPr>
              <a:t>Need to exercise caution that array is not inadvertently changed by a function.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12357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258166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1"/>
            <a:ext cx="8038330" cy="1007120"/>
          </a:xfrm>
        </p:spPr>
        <p:txBody>
          <a:bodyPr/>
          <a:lstStyle/>
          <a:p>
            <a:pPr algn="ctr"/>
            <a:r>
              <a:rPr lang="en-GB" sz="4400" dirty="0"/>
              <a:t>2D Arrays in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6049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Array Initialisation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D2086D9-E1FC-4E42-838D-6E39AA18F296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676400"/>
            <a:ext cx="86868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Two-dimensional arrays are </a:t>
            </a:r>
            <a:r>
              <a:rPr lang="en-AU" altLang="en-US" sz="2800" dirty="0"/>
              <a:t>initialised</a:t>
            </a:r>
            <a:r>
              <a:rPr lang="en-US" altLang="en-US" sz="2800" dirty="0"/>
              <a:t> row-by-row:</a:t>
            </a:r>
            <a:br>
              <a:rPr lang="en-US" altLang="en-US" sz="2800" dirty="0"/>
            </a:br>
            <a:r>
              <a:rPr lang="en-US" altLang="en-US" sz="2200" dirty="0">
                <a:latin typeface="Courier New" pitchFamily="49" charset="0"/>
              </a:rPr>
              <a:t>const int ROWS = 2, COLS = 2;</a:t>
            </a:r>
            <a:br>
              <a:rPr lang="en-US" altLang="en-US" sz="2200" dirty="0"/>
            </a:br>
            <a:r>
              <a:rPr lang="en-US" altLang="en-US" sz="2200" dirty="0">
                <a:latin typeface="Courier New" pitchFamily="49" charset="0"/>
              </a:rPr>
              <a:t>int exams[ROWS][COLS] = { {84, 78},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z="2200" dirty="0">
                <a:latin typeface="Courier New" pitchFamily="49" charset="0"/>
              </a:rPr>
              <a:t>						 {92, 97} };</a:t>
            </a:r>
            <a:br>
              <a:rPr lang="en-US" altLang="en-US" sz="2200" dirty="0">
                <a:latin typeface="Courier New" pitchFamily="49" charset="0"/>
              </a:rPr>
            </a:br>
            <a:br>
              <a:rPr lang="en-US" altLang="en-US" sz="2200" dirty="0">
                <a:latin typeface="Courier New" pitchFamily="49" charset="0"/>
              </a:rPr>
            </a:br>
            <a:endParaRPr lang="en-US" altLang="en-US" sz="2200" dirty="0"/>
          </a:p>
          <a:p>
            <a:pPr lvl="1">
              <a:buClr>
                <a:srgbClr val="3333CC"/>
              </a:buClr>
              <a:buFontTx/>
              <a:buNone/>
            </a:pPr>
            <a:endParaRPr lang="en-US" altLang="en-US" sz="2400" dirty="0"/>
          </a:p>
          <a:p>
            <a:r>
              <a:rPr lang="en-US" altLang="en-US" sz="2800" dirty="0"/>
              <a:t>Can omit inner </a:t>
            </a:r>
            <a:r>
              <a:rPr lang="en-US" altLang="en-US" sz="2800" dirty="0">
                <a:latin typeface="Courier New" pitchFamily="49" charset="0"/>
              </a:rPr>
              <a:t>{ }</a:t>
            </a:r>
            <a:r>
              <a:rPr lang="en-US" altLang="en-US" sz="2800" dirty="0"/>
              <a:t>, some initial values in a row –  array elements without initial values will be set to </a:t>
            </a:r>
            <a:r>
              <a:rPr lang="en-US" altLang="en-US" sz="2800" dirty="0">
                <a:latin typeface="Courier New" pitchFamily="49" charset="0"/>
              </a:rPr>
              <a:t>0</a:t>
            </a:r>
            <a:r>
              <a:rPr lang="en-US" altLang="en-US" sz="2800" dirty="0"/>
              <a:t> or </a:t>
            </a:r>
            <a:r>
              <a:rPr lang="en-US" altLang="en-US" sz="2800" dirty="0">
                <a:latin typeface="Courier New" pitchFamily="49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765523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Array as Argument &amp; Parameter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6BA95D26-E63C-4BDB-BE83-CFCEFD008D50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676400"/>
            <a:ext cx="8458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/>
              <a:t>Use array name as argument in function call: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itchFamily="49" charset="0"/>
              </a:rPr>
              <a:t>	getExams(exams, 2);</a:t>
            </a:r>
          </a:p>
          <a:p>
            <a:r>
              <a:rPr lang="en-US" altLang="en-US" sz="2400"/>
              <a:t>Use empty </a:t>
            </a:r>
            <a:r>
              <a:rPr lang="en-US" altLang="en-US" sz="2400">
                <a:latin typeface="Courier New" pitchFamily="49" charset="0"/>
              </a:rPr>
              <a:t>[]</a:t>
            </a:r>
            <a:r>
              <a:rPr lang="en-US" altLang="en-US" sz="2400"/>
              <a:t> for row, size declarator for column in prototype, header:</a:t>
            </a:r>
            <a:br>
              <a:rPr lang="en-US" altLang="en-US" sz="2400"/>
            </a:br>
            <a:r>
              <a:rPr lang="en-US" altLang="en-US" sz="2400">
                <a:latin typeface="Courier New" pitchFamily="49" charset="0"/>
              </a:rPr>
              <a:t>const int COLS = 2;</a:t>
            </a:r>
            <a:br>
              <a:rPr lang="en-US" altLang="en-US" sz="2400">
                <a:latin typeface="Courier New" pitchFamily="49" charset="0"/>
              </a:rPr>
            </a:br>
            <a:r>
              <a:rPr lang="en-US" altLang="en-US" sz="2400">
                <a:latin typeface="Courier New" pitchFamily="49" charset="0"/>
              </a:rPr>
              <a:t>// Prototype</a:t>
            </a:r>
            <a:br>
              <a:rPr lang="en-US" altLang="en-US" sz="2400">
                <a:latin typeface="Courier New" pitchFamily="49" charset="0"/>
              </a:rPr>
            </a:br>
            <a:r>
              <a:rPr lang="en-US" altLang="en-US" sz="2400">
                <a:latin typeface="Courier New" pitchFamily="49" charset="0"/>
              </a:rPr>
              <a:t>void getExams(int [][COLS], int);</a:t>
            </a:r>
            <a:br>
              <a:rPr lang="en-US" altLang="en-US" sz="2400">
                <a:latin typeface="Courier New" pitchFamily="49" charset="0"/>
              </a:rPr>
            </a:br>
            <a:br>
              <a:rPr lang="en-US" altLang="en-US" sz="2400">
                <a:latin typeface="Courier New" pitchFamily="49" charset="0"/>
              </a:rPr>
            </a:br>
            <a:r>
              <a:rPr lang="en-US" altLang="en-US" sz="2400">
                <a:latin typeface="Courier New" pitchFamily="49" charset="0"/>
              </a:rPr>
              <a:t>// Header</a:t>
            </a:r>
            <a:br>
              <a:rPr lang="en-US" altLang="en-US" sz="2400">
                <a:latin typeface="Courier New" pitchFamily="49" charset="0"/>
              </a:rPr>
            </a:br>
            <a:r>
              <a:rPr lang="en-US" altLang="en-US" sz="2400">
                <a:latin typeface="Courier New" pitchFamily="49" charset="0"/>
              </a:rPr>
              <a:t>void getExams(int exams[][COLS], int rows)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568486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1: The </a:t>
            </a:r>
            <a:r>
              <a:rPr lang="en-A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showArray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7E58626B-35B1-4891-855B-524202AE4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36" y="1597891"/>
            <a:ext cx="8305800" cy="424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24471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A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showArray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Called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48A96EC-A1EA-4147-B1CE-99E975371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81200"/>
            <a:ext cx="822960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56694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Output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BD39CA-4646-4282-B9F8-1126FA838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562" y="1809750"/>
            <a:ext cx="395287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268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05448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1"/>
            <a:ext cx="8254354" cy="1223144"/>
          </a:xfrm>
        </p:spPr>
        <p:txBody>
          <a:bodyPr/>
          <a:lstStyle/>
          <a:p>
            <a:pPr algn="ctr"/>
            <a:r>
              <a:rPr lang="en-GB" sz="4400" dirty="0"/>
              <a:t>Operations on 2D Arrays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133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Array Initialisation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7414D9B-9ED9-477F-AB08-D2528CF6A04B}"/>
              </a:ext>
            </a:extLst>
          </p:cNvPr>
          <p:cNvGrpSpPr/>
          <p:nvPr/>
        </p:nvGrpSpPr>
        <p:grpSpPr>
          <a:xfrm>
            <a:off x="381000" y="1600200"/>
            <a:ext cx="8458200" cy="3808988"/>
            <a:chOff x="381000" y="1600200"/>
            <a:chExt cx="8458200" cy="3808988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3051CAB5-CB84-48DE-B606-3F8AD0F4467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600200"/>
              <a:ext cx="8305800" cy="69373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en-US"/>
                <a:t>Given the following definitions:</a:t>
              </a:r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C18D7050-91E6-41B4-B870-836BDEC8B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2362200"/>
              <a:ext cx="8458200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dirty="0" err="1">
                  <a:latin typeface="Courier New" pitchFamily="49" charset="0"/>
                </a:rPr>
                <a:t>const</a:t>
              </a:r>
              <a:r>
                <a:rPr lang="en-US" altLang="en-US" dirty="0">
                  <a:latin typeface="Courier New" pitchFamily="49" charset="0"/>
                </a:rPr>
                <a:t> </a:t>
              </a:r>
              <a:r>
                <a:rPr lang="en-US" altLang="en-US" dirty="0" err="1">
                  <a:latin typeface="Courier New" pitchFamily="49" charset="0"/>
                </a:rPr>
                <a:t>int</a:t>
              </a:r>
              <a:r>
                <a:rPr lang="en-US" altLang="en-US" dirty="0">
                  <a:latin typeface="Courier New" pitchFamily="49" charset="0"/>
                </a:rPr>
                <a:t> NUM_STUDENTS = 3;</a:t>
              </a:r>
            </a:p>
            <a:p>
              <a:pPr eaLnBrk="1" hangingPunct="1"/>
              <a:r>
                <a:rPr lang="en-US" altLang="en-US" dirty="0" err="1">
                  <a:latin typeface="Courier New" pitchFamily="49" charset="0"/>
                </a:rPr>
                <a:t>const</a:t>
              </a:r>
              <a:r>
                <a:rPr lang="en-US" altLang="en-US" dirty="0">
                  <a:latin typeface="Courier New" pitchFamily="49" charset="0"/>
                </a:rPr>
                <a:t> </a:t>
              </a:r>
              <a:r>
                <a:rPr lang="en-US" altLang="en-US" dirty="0" err="1">
                  <a:latin typeface="Courier New" pitchFamily="49" charset="0"/>
                </a:rPr>
                <a:t>int</a:t>
              </a:r>
              <a:r>
                <a:rPr lang="en-US" altLang="en-US" dirty="0">
                  <a:latin typeface="Courier New" pitchFamily="49" charset="0"/>
                </a:rPr>
                <a:t> NUM_SCORES = 5;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double total = 0.0;   // Accumulator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double average; // To hold average scores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double scores[NUM_STUDENTS][NUM_SCORES] =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  {{88, 97, 79, 86, 94},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   {86, 91, 78, 79, 84},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   {82, 73, 77, 82, 89}};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23309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1: Summing all Elements in a 2D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5" name="Text Box 3">
            <a:extLst>
              <a:ext uri="{FF2B5EF4-FFF2-40B4-BE49-F238E27FC236}">
                <a16:creationId xmlns:a16="http://schemas.microsoft.com/office/drawing/2014/main" id="{41D6F5F7-6A2A-4C56-95A6-96A89D582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05000"/>
            <a:ext cx="822960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Courier New" pitchFamily="49" charset="0"/>
              </a:rPr>
              <a:t>// Sum the array elements.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for (int row = 0; row &lt; NUM_STUDENTS; row++)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for (int col = 0; col &lt; NUM_SCORES; col++)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   total += scores[row][col];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}</a:t>
            </a:r>
            <a:br>
              <a:rPr lang="en-US" altLang="en-US" sz="2000" dirty="0">
                <a:latin typeface="Courier New" pitchFamily="49" charset="0"/>
              </a:rPr>
            </a:br>
            <a:endParaRPr lang="en-US" altLang="en-US" sz="2000" dirty="0">
              <a:latin typeface="Courier New" pitchFamily="49" charset="0"/>
            </a:endParaRP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// Display the sum.</a:t>
            </a:r>
          </a:p>
          <a:p>
            <a:pPr eaLnBrk="1" hangingPunct="1"/>
            <a:r>
              <a:rPr lang="en-US" altLang="en-US" sz="2000" dirty="0" err="1">
                <a:latin typeface="Courier New" pitchFamily="49" charset="0"/>
              </a:rPr>
              <a:t>cout</a:t>
            </a:r>
            <a:r>
              <a:rPr lang="en-US" altLang="en-US" sz="2000" dirty="0">
                <a:latin typeface="Courier New" pitchFamily="49" charset="0"/>
              </a:rPr>
              <a:t> &lt;&lt; "The total score for all students is " &lt;&lt; total &lt;&lt; </a:t>
            </a:r>
            <a:r>
              <a:rPr lang="en-US" altLang="en-US" sz="2000" dirty="0" err="1">
                <a:latin typeface="Courier New" pitchFamily="49" charset="0"/>
              </a:rPr>
              <a:t>endl</a:t>
            </a:r>
            <a:r>
              <a:rPr lang="en-US" altLang="en-US" sz="2000" dirty="0">
                <a:latin typeface="Courier New" pitchFamily="49" charset="0"/>
              </a:rPr>
              <a:t>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A6CF3D-BE79-46E6-A326-A61710312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314" y="5392305"/>
            <a:ext cx="46577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800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2: Summing the columns of the 2D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6D31B303-66D3-42B5-8622-65687AF74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66850"/>
            <a:ext cx="86106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Courier New" pitchFamily="49" charset="0"/>
              </a:rPr>
              <a:t>// Get each student's average score.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for (int row = 0; row &lt; NUM_STUDENTS; row++)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// Set the accumulator.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total = 0;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// Sum a row.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for (int col = 0; col &lt; NUM_SCORES; col++)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   total += scores[row][col];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// Get the average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average = total / NUM_SCORES;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// Display the average.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</a:t>
            </a:r>
            <a:r>
              <a:rPr lang="en-US" altLang="en-US" sz="2000" dirty="0" err="1">
                <a:latin typeface="Courier New" pitchFamily="49" charset="0"/>
              </a:rPr>
              <a:t>cout</a:t>
            </a:r>
            <a:r>
              <a:rPr lang="en-US" altLang="en-US" sz="2000" dirty="0">
                <a:latin typeface="Courier New" pitchFamily="49" charset="0"/>
              </a:rPr>
              <a:t> &lt;&lt; "Score average for student "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     &lt;&lt; (row + 1) &lt;&lt; " is " &lt;&lt; average &lt;&lt;</a:t>
            </a:r>
            <a:r>
              <a:rPr lang="en-US" altLang="en-US" sz="2000" dirty="0" err="1">
                <a:latin typeface="Courier New" pitchFamily="49" charset="0"/>
              </a:rPr>
              <a:t>endl</a:t>
            </a:r>
            <a:r>
              <a:rPr lang="en-US" altLang="en-US" sz="2000" dirty="0"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}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45C760-E3E1-4662-BD51-CC97E1C7B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5636468"/>
            <a:ext cx="40767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04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3: Summing the rows of the 2D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C48AE686-5906-4B41-9EFC-45FF7D2FA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0"/>
            <a:ext cx="86106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sz="1800" dirty="0">
                <a:latin typeface="Courier New" pitchFamily="49" charset="0"/>
              </a:rPr>
              <a:t>// Get the class average for each score.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for (int col = 0; col &lt; NUM_SCORES; col++)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// Reset the accumulator.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total = 0;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// Sum a column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for (int row = 0; row &lt; NUM_STUDENTS; row++)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   total += scores[row][col];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// Get the average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average = total / NUM_STUDENTS;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// Display the class average.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</a:t>
            </a:r>
            <a:r>
              <a:rPr lang="en-US" altLang="en-US" sz="1800" dirty="0" err="1">
                <a:latin typeface="Courier New" pitchFamily="49" charset="0"/>
              </a:rPr>
              <a:t>cout</a:t>
            </a:r>
            <a:r>
              <a:rPr lang="en-US" altLang="en-US" sz="1800" dirty="0">
                <a:latin typeface="Courier New" pitchFamily="49" charset="0"/>
              </a:rPr>
              <a:t> &lt;&lt; "Class average for test " &lt;&lt; (col + 1)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     &lt;&lt; " is " &lt;&lt; average &lt;&lt; </a:t>
            </a:r>
            <a:r>
              <a:rPr lang="en-US" altLang="en-US" sz="1800" dirty="0" err="1">
                <a:latin typeface="Courier New" pitchFamily="49" charset="0"/>
              </a:rPr>
              <a:t>endl</a:t>
            </a:r>
            <a:r>
              <a:rPr lang="en-US" altLang="en-US" sz="1800" dirty="0"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2DF0CE-8C03-47CB-8401-3DDFC4B2C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5229402"/>
            <a:ext cx="40576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783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742130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1"/>
            <a:ext cx="8398370" cy="863104"/>
          </a:xfrm>
        </p:spPr>
        <p:txBody>
          <a:bodyPr/>
          <a:lstStyle/>
          <a:p>
            <a:pPr algn="ctr"/>
            <a:r>
              <a:rPr lang="en-GB" sz="4400" dirty="0"/>
              <a:t>2D String Array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6759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String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2A05C684-D11A-41EF-9A63-6B0E89634482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676400"/>
            <a:ext cx="8610600" cy="3517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Use a two-dimensional array of characters as an array of strings:</a:t>
            </a:r>
            <a:br>
              <a:rPr lang="en-US" altLang="en-US" sz="2400" dirty="0"/>
            </a:br>
            <a:r>
              <a:rPr lang="en-US" altLang="en-US" sz="2400" dirty="0">
                <a:latin typeface="Courier New" pitchFamily="49" charset="0"/>
              </a:rPr>
              <a:t>const int NAMES = 3, SIZE = 10;</a:t>
            </a:r>
            <a:br>
              <a:rPr lang="en-US" altLang="en-US" sz="2400" dirty="0">
                <a:latin typeface="Courier New" pitchFamily="49" charset="0"/>
              </a:rPr>
            </a:br>
            <a:r>
              <a:rPr lang="en-US" altLang="en-US" sz="2400" dirty="0">
                <a:latin typeface="Courier New" pitchFamily="49" charset="0"/>
              </a:rPr>
              <a:t>char students[NAMES][SIZE] = 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{ "Ann", "Bill", "Cindy" };</a:t>
            </a:r>
            <a:br>
              <a:rPr lang="en-US" altLang="en-US" sz="2000" dirty="0">
                <a:latin typeface="Courier New" pitchFamily="49" charset="0"/>
              </a:rPr>
            </a:br>
            <a:endParaRPr lang="en-US" altLang="en-US" sz="2000" dirty="0">
              <a:latin typeface="Courier New" pitchFamily="49" charset="0"/>
            </a:endParaRPr>
          </a:p>
          <a:p>
            <a:r>
              <a:rPr lang="en-US" altLang="en-US" sz="2400" dirty="0"/>
              <a:t>Each row contains one string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Can use row subscript to reference the string in a particular row: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>
                <a:latin typeface="Courier New" pitchFamily="49" charset="0"/>
              </a:rPr>
              <a:t>cout</a:t>
            </a:r>
            <a:r>
              <a:rPr lang="en-US" altLang="en-US" sz="2000" dirty="0">
                <a:latin typeface="Courier New" pitchFamily="49" charset="0"/>
              </a:rPr>
              <a:t> &lt;&lt; students[i];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163171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52357D9-9712-4D62-B61E-428552021D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8"/>
          <a:stretch/>
        </p:blipFill>
        <p:spPr bwMode="auto">
          <a:xfrm>
            <a:off x="1403648" y="1412776"/>
            <a:ext cx="5334000" cy="461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9148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Output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0220BF4-E4E1-4B5E-9E98-7768B2E4E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26"/>
          <a:stretch/>
        </p:blipFill>
        <p:spPr bwMode="auto">
          <a:xfrm>
            <a:off x="533400" y="2244436"/>
            <a:ext cx="7772400" cy="347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2527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100195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0CB8D7-4266-469B-AFB8-2E25F52DA2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718945-9662-4EE7-80E9-DFC4DFE879F8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e124fe43-fe43-4e84-9ab8-c599e4fe2b7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18E5520-9DC8-4DFD-9A30-C4EDED934B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29351</TotalTime>
  <Words>3488</Words>
  <Application>Microsoft Office PowerPoint</Application>
  <PresentationFormat>On-screen Show (4:3)</PresentationFormat>
  <Paragraphs>416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69</vt:i4>
      </vt:variant>
    </vt:vector>
  </HeadingPairs>
  <TitlesOfParts>
    <vt:vector size="82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Introduction to Arrays</vt:lpstr>
      <vt:lpstr>Array</vt:lpstr>
      <vt:lpstr>Array Memory Layout</vt:lpstr>
      <vt:lpstr>Size of an Array</vt:lpstr>
      <vt:lpstr>Size Declarators</vt:lpstr>
      <vt:lpstr>Array Subscript</vt:lpstr>
      <vt:lpstr>Accessing Array Elements</vt:lpstr>
      <vt:lpstr>Example 1</vt:lpstr>
      <vt:lpstr>Example 1 (continued)</vt:lpstr>
      <vt:lpstr>More info</vt:lpstr>
      <vt:lpstr>Accessing Array Contents</vt:lpstr>
      <vt:lpstr>Accessing Array Contents</vt:lpstr>
      <vt:lpstr>Using a Loop to Step Through an Array</vt:lpstr>
      <vt:lpstr>A Closer Look at the Loop</vt:lpstr>
      <vt:lpstr>Default Initialisation</vt:lpstr>
      <vt:lpstr>No Bounds Checking in C++</vt:lpstr>
      <vt:lpstr>Example 2</vt:lpstr>
      <vt:lpstr>Example 2 (continued)</vt:lpstr>
      <vt:lpstr>No Bounds Checking in C++</vt:lpstr>
      <vt:lpstr>Off-by-One Errors</vt:lpstr>
      <vt:lpstr>More info</vt:lpstr>
      <vt:lpstr>Array Initialisation &amp; Assignment</vt:lpstr>
      <vt:lpstr>Array Initialisation</vt:lpstr>
      <vt:lpstr>Example 1</vt:lpstr>
      <vt:lpstr>Partial Array Initialisation</vt:lpstr>
      <vt:lpstr>Implicit Array Sizing</vt:lpstr>
      <vt:lpstr>Initialising an Array with a String</vt:lpstr>
      <vt:lpstr>Array Assignment</vt:lpstr>
      <vt:lpstr>Printing String Contents of an Array</vt:lpstr>
      <vt:lpstr>Printing Numeric Contents of an Array</vt:lpstr>
      <vt:lpstr>More info</vt:lpstr>
      <vt:lpstr>Operations on Arrays</vt:lpstr>
      <vt:lpstr>Increment &amp; Decrement Operations on an Array</vt:lpstr>
      <vt:lpstr>Summing &amp; Averaging Array Elements</vt:lpstr>
      <vt:lpstr>Finding the Highest Value in an Array</vt:lpstr>
      <vt:lpstr>Finding the Lowest Value in an Array</vt:lpstr>
      <vt:lpstr>Comparing Arrays</vt:lpstr>
      <vt:lpstr>Partially-Filled Arrays</vt:lpstr>
      <vt:lpstr>More info</vt:lpstr>
      <vt:lpstr>Arrays in a Function</vt:lpstr>
      <vt:lpstr>Arrays as Function Arguments</vt:lpstr>
      <vt:lpstr>Example 1</vt:lpstr>
      <vt:lpstr>Example 1 (continued)</vt:lpstr>
      <vt:lpstr>Modifying Arrays in a Function</vt:lpstr>
      <vt:lpstr>More info</vt:lpstr>
      <vt:lpstr>Arrays in a Function</vt:lpstr>
      <vt:lpstr>Arrays as Function Arguments</vt:lpstr>
      <vt:lpstr>Example 1</vt:lpstr>
      <vt:lpstr>Example 1 (continued)</vt:lpstr>
      <vt:lpstr>Modifying Arrays in a Function</vt:lpstr>
      <vt:lpstr>More info</vt:lpstr>
      <vt:lpstr>2D Arrays in a Function</vt:lpstr>
      <vt:lpstr>2D Array Initialisation</vt:lpstr>
      <vt:lpstr>2D Array as Argument &amp; Parameter</vt:lpstr>
      <vt:lpstr>Example 1: The showArray Function</vt:lpstr>
      <vt:lpstr>How showArray is Called</vt:lpstr>
      <vt:lpstr>Example 1 Output</vt:lpstr>
      <vt:lpstr>More info</vt:lpstr>
      <vt:lpstr>Operations on 2D Arrays</vt:lpstr>
      <vt:lpstr>2D Array Initialisation</vt:lpstr>
      <vt:lpstr>Example 1: Summing all Elements in a 2D Array</vt:lpstr>
      <vt:lpstr>Example 2: Summing the columns of the 2D Array</vt:lpstr>
      <vt:lpstr>Example 3: Summing the rows of the 2D Array</vt:lpstr>
      <vt:lpstr>More info</vt:lpstr>
      <vt:lpstr>2D String Array</vt:lpstr>
      <vt:lpstr>2D String Array</vt:lpstr>
      <vt:lpstr>Example 1</vt:lpstr>
      <vt:lpstr>Example 1 Output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1 - Introduction to Arrays</dc:title>
  <dc:creator>Ram Singh</dc:creator>
  <cp:lastModifiedBy>Upul Gunawardana</cp:lastModifiedBy>
  <cp:revision>766</cp:revision>
  <dcterms:created xsi:type="dcterms:W3CDTF">2018-02-26T21:48:17Z</dcterms:created>
  <dcterms:modified xsi:type="dcterms:W3CDTF">2023-03-09T13:28:32Z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