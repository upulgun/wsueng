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9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7A51A053-4D60-4EE3-A381-235D979D47F1}"/>
    <pc:docChg chg="modSld">
      <pc:chgData name="Upul Gunawardana" userId="d78f31a5-8ae7-4659-910b-ce777cc612cd" providerId="ADAL" clId="{7A51A053-4D60-4EE3-A381-235D979D47F1}" dt="2022-05-26T14:36:44.977" v="7" actId="20577"/>
      <pc:docMkLst>
        <pc:docMk/>
      </pc:docMkLst>
      <pc:sldChg chg="modSp mod">
        <pc:chgData name="Upul Gunawardana" userId="d78f31a5-8ae7-4659-910b-ce777cc612cd" providerId="ADAL" clId="{7A51A053-4D60-4EE3-A381-235D979D47F1}" dt="2022-05-26T14:36:44.977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7A51A053-4D60-4EE3-A381-235D979D47F1}" dt="2022-05-26T14:36:44.977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Operations on 2D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7414D9B-9ED9-477F-AB08-D2528CF6A04B}"/>
              </a:ext>
            </a:extLst>
          </p:cNvPr>
          <p:cNvGrpSpPr/>
          <p:nvPr/>
        </p:nvGrpSpPr>
        <p:grpSpPr>
          <a:xfrm>
            <a:off x="381000" y="1600200"/>
            <a:ext cx="8458200" cy="3808988"/>
            <a:chOff x="381000" y="1600200"/>
            <a:chExt cx="8458200" cy="3808988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3051CAB5-CB84-48DE-B606-3F8AD0F4467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6937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/>
                <a:t>Given the following definitions:</a:t>
              </a:r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18D7050-91E6-41B4-B870-836BDEC8B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2362200"/>
              <a:ext cx="8458200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const</a:t>
              </a:r>
              <a:r>
                <a:rPr lang="en-US" altLang="en-US" dirty="0">
                  <a:latin typeface="Courier New" pitchFamily="49" charset="0"/>
                </a:rPr>
                <a:t>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NUM_STUDENTS = 3;</a:t>
              </a:r>
            </a:p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const</a:t>
              </a:r>
              <a:r>
                <a:rPr lang="en-US" altLang="en-US" dirty="0">
                  <a:latin typeface="Courier New" pitchFamily="49" charset="0"/>
                </a:rPr>
                <a:t>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NUM_SCORES = 5;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total = 0.0;   // Accumulator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average; // To hold average scores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double scores[NUM_STUDENTS][NUM_SCORES] =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{{88, 97, 79, 86, 94},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{86, 91, 78, 79, 84},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   {82, 73, 77, 82, 89}};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Summing all Elements in a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41D6F5F7-6A2A-4C56-95A6-96A89D582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05000"/>
            <a:ext cx="8229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Sum the array elements.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for (int row = 0; row &lt; NUM_STUDENTS; row++)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for (int col = 0; col &lt; NUM_SCORES; col++)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}</a:t>
            </a:r>
            <a:br>
              <a:rPr lang="en-US" altLang="en-US" sz="2000" dirty="0">
                <a:latin typeface="Courier New" pitchFamily="49" charset="0"/>
              </a:rPr>
            </a:b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Display the sum.</a:t>
            </a:r>
          </a:p>
          <a:p>
            <a:pPr eaLnBrk="1" hangingPunct="1"/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"The total score for all students is " &lt;&lt; total &lt;&lt; </a:t>
            </a:r>
            <a:r>
              <a:rPr lang="en-US" altLang="en-US" sz="2000" dirty="0" err="1">
                <a:latin typeface="Courier New" pitchFamily="49" charset="0"/>
              </a:rPr>
              <a:t>endl</a:t>
            </a:r>
            <a:r>
              <a:rPr lang="en-US" altLang="en-US" sz="2000" dirty="0">
                <a:latin typeface="Courier New" pitchFamily="49" charset="0"/>
              </a:rPr>
              <a:t>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6CF3D-BE79-46E6-A326-A6171031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14" y="5392305"/>
            <a:ext cx="46577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Summing the columns of the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6D31B303-66D3-42B5-8622-65687AF74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66850"/>
            <a:ext cx="86106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Courier New" pitchFamily="49" charset="0"/>
              </a:rPr>
              <a:t>// Get each student's average score.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for (int row = 0; row &lt; NUM_STUDENTS; row++)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Set the accumulator.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total = 0;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Sum a row.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for (int col = 0; col &lt; NUM_SCORES; col++)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Get the average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average = total / NUM_SCORES;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// Display the average.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</a:t>
            </a:r>
            <a:r>
              <a:rPr lang="en-US" altLang="en-US" sz="2000" dirty="0" err="1">
                <a:latin typeface="Courier New" pitchFamily="49" charset="0"/>
              </a:rPr>
              <a:t>cout</a:t>
            </a:r>
            <a:r>
              <a:rPr lang="en-US" altLang="en-US" sz="2000" dirty="0">
                <a:latin typeface="Courier New" pitchFamily="49" charset="0"/>
              </a:rPr>
              <a:t> &lt;&lt; "Score average for student "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        &lt;&lt; (row + 1) &lt;&lt; " is " &lt;&lt; average &lt;&lt;</a:t>
            </a:r>
            <a:r>
              <a:rPr lang="en-US" altLang="en-US" sz="2000" dirty="0" err="1">
                <a:latin typeface="Courier New" pitchFamily="49" charset="0"/>
              </a:rPr>
              <a:t>endl</a:t>
            </a:r>
            <a:r>
              <a:rPr lang="en-US" altLang="en-US" sz="2000" dirty="0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en-US" sz="2000" dirty="0">
                <a:latin typeface="Courier New" pitchFamily="49" charset="0"/>
              </a:rPr>
              <a:t>}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45C760-E3E1-4662-BD51-CC97E1C7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5636468"/>
            <a:ext cx="40767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3: Summing the rows of the 2D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C48AE686-5906-4B41-9EFC-45FF7D2FA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0"/>
            <a:ext cx="8610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ourier New" pitchFamily="49" charset="0"/>
              </a:rPr>
              <a:t>// Get the class average for each score.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for (int col = 0; col &lt; NUM_SCORES; col++)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Reset the accumulator.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total = 0;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Sum a column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for (int row = 0; row &lt; NUM_STUDENTS; row++)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   total += scores[row][col];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Get the average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average = total / NUM_STUDENTS;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// Display the class average.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</a:t>
            </a:r>
            <a:r>
              <a:rPr lang="en-US" altLang="en-US" sz="1800" dirty="0" err="1">
                <a:latin typeface="Courier New" pitchFamily="49" charset="0"/>
              </a:rPr>
              <a:t>cout</a:t>
            </a:r>
            <a:r>
              <a:rPr lang="en-US" altLang="en-US" sz="1800" dirty="0">
                <a:latin typeface="Courier New" pitchFamily="49" charset="0"/>
              </a:rPr>
              <a:t> &lt;&lt; "Class average for test " &lt;&lt; (col + 1)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        &lt;&lt; " is " &lt;&lt; average &lt;&lt; </a:t>
            </a:r>
            <a:r>
              <a:rPr lang="en-US" altLang="en-US" sz="1800" dirty="0" err="1">
                <a:latin typeface="Courier New" pitchFamily="49" charset="0"/>
              </a:rPr>
              <a:t>endl</a:t>
            </a:r>
            <a:r>
              <a:rPr lang="en-US" altLang="en-US" sz="1800" dirty="0"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en-US" sz="1800" dirty="0">
                <a:latin typeface="Courier New" pitchFamily="49" charset="0"/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2DF0CE-8C03-47CB-8401-3DDFC4B2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5229402"/>
            <a:ext cx="40576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6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3B1AC0-AF13-41EC-800A-F6785208E8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862AAA-9DB8-4A16-B63B-BD22352F9D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8FD55-002D-484E-BDD6-07151F2AB68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29451</TotalTime>
  <Words>541</Words>
  <Application>Microsoft Office PowerPoint</Application>
  <PresentationFormat>On-screen Show (4:3)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Operations on 2D Arrays</vt:lpstr>
      <vt:lpstr>2D Array Initialisation</vt:lpstr>
      <vt:lpstr>Example 1: Summing all Elements in a 2D Array</vt:lpstr>
      <vt:lpstr>Example 2: Summing the columns of the 2D Array</vt:lpstr>
      <vt:lpstr>Example 3: Summing the rows of the 2D Array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8 - Operations on 2D Arrays</dc:title>
  <dc:creator>Ram Singh</dc:creator>
  <cp:lastModifiedBy>Upul Gunawardana</cp:lastModifiedBy>
  <cp:revision>848</cp:revision>
  <dcterms:created xsi:type="dcterms:W3CDTF">2018-02-26T21:48:17Z</dcterms:created>
  <dcterms:modified xsi:type="dcterms:W3CDTF">2022-05-26T14:36:47Z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