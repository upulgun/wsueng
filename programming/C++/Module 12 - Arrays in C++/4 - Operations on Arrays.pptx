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8" r:id="rId9"/>
    <p:sldId id="319" r:id="rId10"/>
    <p:sldId id="320" r:id="rId11"/>
    <p:sldId id="322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1F8F6083-34D9-4605-BD6D-205B347F919D}"/>
    <pc:docChg chg="modSld">
      <pc:chgData name="Upul Gunawardana" userId="d78f31a5-8ae7-4659-910b-ce777cc612cd" providerId="ADAL" clId="{1F8F6083-34D9-4605-BD6D-205B347F919D}" dt="2022-05-26T14:32:51.044" v="7" actId="20577"/>
      <pc:docMkLst>
        <pc:docMk/>
      </pc:docMkLst>
      <pc:sldChg chg="modSp mod">
        <pc:chgData name="Upul Gunawardana" userId="d78f31a5-8ae7-4659-910b-ce777cc612cd" providerId="ADAL" clId="{1F8F6083-34D9-4605-BD6D-205B347F919D}" dt="2022-05-26T14:32:51.044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1F8F6083-34D9-4605-BD6D-205B347F919D}" dt="2022-05-26T14:32:51.044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Operations on Arrays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Increment &amp; Decrement Operations on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DC3D62F-CE2B-4422-89BA-A32D1C450BE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Array elements can be treated as ordinary variables of the same type as the array.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using </a:t>
            </a:r>
            <a:r>
              <a:rPr lang="en-US" altLang="en-US" dirty="0">
                <a:latin typeface="Courier New" pitchFamily="49" charset="0"/>
              </a:rPr>
              <a:t>++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itchFamily="49" charset="0"/>
              </a:rPr>
              <a:t>--</a:t>
            </a:r>
            <a:r>
              <a:rPr lang="en-US" altLang="en-US" dirty="0"/>
              <a:t> operators, don’t confuse the element with the subscript: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tests[i]++; // add 1 to tests[i]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 New" pitchFamily="49" charset="0"/>
              </a:rPr>
              <a:t>	tests[i++]; // increment i, no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 New" pitchFamily="49" charset="0"/>
              </a:rPr>
              <a:t>				</a:t>
            </a:r>
            <a:r>
              <a:rPr lang="en-US" altLang="en-US" dirty="0"/>
              <a:t>     </a:t>
            </a:r>
            <a:r>
              <a:rPr lang="en-US" altLang="en-US" dirty="0">
                <a:latin typeface="Courier New" pitchFamily="49" charset="0"/>
              </a:rPr>
              <a:t>// effect on tests</a:t>
            </a: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Summing &amp; Averaging Array Elements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93F6220A-334D-4FB7-9EC4-660F1CF8F933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" y="1656210"/>
            <a:ext cx="86106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Use a simple loop to add together array elements: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double average, sum = 0;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for(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 = 0; 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 &lt; SIZE; 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++)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		sum += tests[</a:t>
            </a:r>
            <a:r>
              <a:rPr lang="en-US" altLang="en-US" dirty="0" err="1">
                <a:latin typeface="Courier New" pitchFamily="49" charset="0"/>
              </a:rPr>
              <a:t>tnum</a:t>
            </a:r>
            <a:r>
              <a:rPr lang="en-US" altLang="en-US" dirty="0">
                <a:latin typeface="Courier New" pitchFamily="49" charset="0"/>
              </a:rPr>
              <a:t>];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Once summed, the average can be calculated immediately outside the loop: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average = sum / SIZE;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the Highest Value in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FD2680-824A-4C19-9179-F701EDF8C24E}"/>
              </a:ext>
            </a:extLst>
          </p:cNvPr>
          <p:cNvGrpSpPr/>
          <p:nvPr/>
        </p:nvGrpSpPr>
        <p:grpSpPr>
          <a:xfrm>
            <a:off x="304800" y="1600200"/>
            <a:ext cx="8458200" cy="4183797"/>
            <a:chOff x="304800" y="1600200"/>
            <a:chExt cx="8458200" cy="4183797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B7CCFD45-7E46-48B3-B26F-8949DBF14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600200"/>
              <a:ext cx="8229600" cy="301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count;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highest;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highest = numbers[0];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for (count = 1; count &lt; SIZE; count++)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{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if (numbers[count] &gt; highest)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highest = numbers[count];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98E716E2-FCC9-49AE-9BA3-93E48ACBB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953000"/>
              <a:ext cx="84582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/>
                <a:t>When this code execution is finished, the </a:t>
              </a:r>
              <a:r>
                <a:rPr lang="en-US" altLang="en-US" dirty="0">
                  <a:latin typeface="Courier New" pitchFamily="49" charset="0"/>
                </a:rPr>
                <a:t>highest</a:t>
              </a:r>
              <a:r>
                <a:rPr lang="en-US" altLang="en-US" dirty="0"/>
                <a:t> variable will contain the largest value from the </a:t>
              </a:r>
              <a:r>
                <a:rPr lang="en-US" altLang="en-US" dirty="0">
                  <a:latin typeface="Courier New" pitchFamily="49" charset="0"/>
                </a:rPr>
                <a:t>numbers</a:t>
              </a:r>
              <a:r>
                <a:rPr lang="en-US" altLang="en-US" dirty="0"/>
                <a:t> array.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the Lowest Value in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39F713-1507-4C2B-878E-739E4886B9A5}"/>
              </a:ext>
            </a:extLst>
          </p:cNvPr>
          <p:cNvGrpSpPr/>
          <p:nvPr/>
        </p:nvGrpSpPr>
        <p:grpSpPr>
          <a:xfrm>
            <a:off x="381000" y="1981200"/>
            <a:ext cx="8458200" cy="4183797"/>
            <a:chOff x="381000" y="1981200"/>
            <a:chExt cx="8458200" cy="4183797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7A1848A3-3A7B-46F5-B51F-230850F78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981200"/>
              <a:ext cx="8229600" cy="301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count;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int lowest;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lowest = numbers[0];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for (count = 1; count &lt; SIZE; count++)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{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if (numbers[count] &lt; lowest)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lowest = numbers[count];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F5C49740-FCA2-48C8-A798-D6D7E5F6C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5334000"/>
              <a:ext cx="84582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/>
                <a:t>When this code is finished, the </a:t>
              </a:r>
              <a:r>
                <a:rPr lang="en-US" altLang="en-US" dirty="0">
                  <a:latin typeface="Courier New" pitchFamily="49" charset="0"/>
                </a:rPr>
                <a:t>lowest</a:t>
              </a:r>
              <a:r>
                <a:rPr lang="en-US" altLang="en-US" dirty="0"/>
                <a:t> variable will contain the smallest value in the </a:t>
              </a:r>
              <a:r>
                <a:rPr lang="en-US" altLang="en-US" dirty="0">
                  <a:latin typeface="Courier New" pitchFamily="49" charset="0"/>
                </a:rPr>
                <a:t>numbers</a:t>
              </a:r>
              <a:r>
                <a:rPr lang="en-US" altLang="en-US" dirty="0"/>
                <a:t> array.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738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Arrays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A7E8B5-0B02-49D5-9F55-E900D0997133}"/>
              </a:ext>
            </a:extLst>
          </p:cNvPr>
          <p:cNvGrpSpPr/>
          <p:nvPr/>
        </p:nvGrpSpPr>
        <p:grpSpPr>
          <a:xfrm>
            <a:off x="304800" y="1484784"/>
            <a:ext cx="8382000" cy="4572000"/>
            <a:chOff x="304800" y="1676400"/>
            <a:chExt cx="8382000" cy="45720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03FFAD0-5C66-4170-AB10-008970A0FFF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4800" y="1676400"/>
              <a:ext cx="8229600" cy="13716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 sz="2800" dirty="0"/>
                <a:t>To compare two arrays, you must compare element-by-element:</a:t>
              </a: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9A87231C-FC9F-412A-9EA2-3C96D6621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2752725"/>
              <a:ext cx="8153400" cy="3495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const int SIZE = 5;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int firstArray[SIZE] = { 5, 10, 15, 20, 25 };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int secondArray[SIZE] = { 5, 10, 15, 20, 25 };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bool arraysEqual = true; // Flag variable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int count = 0;           // Loop counter variable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// Compare the two arrays.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while (arraysEqual &amp;&amp; count &lt; SIZE)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{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if (firstArray[count] != secondArray[count])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   arraysEqual = false;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count++;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}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if (arraysEqual)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cout &lt;&lt; "The arrays are equal.\n";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else</a:t>
              </a:r>
            </a:p>
            <a:p>
              <a:pPr eaLnBrk="1" hangingPunct="1"/>
              <a:r>
                <a:rPr lang="en-US" altLang="en-US" sz="1400">
                  <a:latin typeface="Courier New" pitchFamily="49" charset="0"/>
                </a:rPr>
                <a:t>   cout &lt;&lt; "The arrays are not equal.\n";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85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Partially-Filled Arrays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19C8318-BCB0-44F7-A636-419711C0997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/>
              <a:t>If it is unknown how much data an array will be holding:</a:t>
            </a:r>
          </a:p>
          <a:p>
            <a:pPr lvl="1"/>
            <a:r>
              <a:rPr lang="en-US" altLang="en-US" sz="3200"/>
              <a:t>Make the array large enough to hold the largest expected number of elements.</a:t>
            </a:r>
          </a:p>
          <a:p>
            <a:pPr lvl="1"/>
            <a:r>
              <a:rPr lang="en-US" altLang="en-US" sz="3200"/>
              <a:t>Use a counter variable to keep track of the number of items stored in the array.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8489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0F2545-E5AD-4553-93C4-C03002B3DB9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DA445A-7F57-4FDA-9579-D993B2751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2C62F9-9677-4C29-B2E5-758860244D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29435</TotalTime>
  <Words>590</Words>
  <Application>Microsoft Office PowerPoint</Application>
  <PresentationFormat>On-screen Show (4:3)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Operations on Arrays</vt:lpstr>
      <vt:lpstr>Increment &amp; Decrement Operations on an Array</vt:lpstr>
      <vt:lpstr>Summing &amp; Averaging Array Elements</vt:lpstr>
      <vt:lpstr>Finding the Highest Value in an Array</vt:lpstr>
      <vt:lpstr>Finding the Lowest Value in an Array</vt:lpstr>
      <vt:lpstr>Comparing Arrays</vt:lpstr>
      <vt:lpstr>Partially-Filled Arrays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4 - Operations on Arrays</dc:title>
  <dc:creator>Ram Singh</dc:creator>
  <cp:lastModifiedBy>Upul Gunawardana</cp:lastModifiedBy>
  <cp:revision>806</cp:revision>
  <dcterms:created xsi:type="dcterms:W3CDTF">2018-02-26T21:48:17Z</dcterms:created>
  <dcterms:modified xsi:type="dcterms:W3CDTF">2022-05-26T14:32:52Z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