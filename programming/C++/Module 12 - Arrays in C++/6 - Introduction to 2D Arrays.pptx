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9" r:id="rId10"/>
    <p:sldId id="320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004E66-6579-4D98-A55C-E49DC103DAA2}" v="1" dt="2022-06-03T01:31:59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1" d="100"/>
          <a:sy n="81" d="100"/>
        </p:scale>
        <p:origin x="8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63004E66-6579-4D98-A55C-E49DC103DAA2}"/>
    <pc:docChg chg="modSld">
      <pc:chgData name="Upul Gunawardana" userId="d78f31a5-8ae7-4659-910b-ce777cc612cd" providerId="ADAL" clId="{63004E66-6579-4D98-A55C-E49DC103DAA2}" dt="2022-06-03T01:31:59.689" v="0"/>
      <pc:docMkLst>
        <pc:docMk/>
      </pc:docMkLst>
      <pc:sldChg chg="addSp">
        <pc:chgData name="Upul Gunawardana" userId="d78f31a5-8ae7-4659-910b-ce777cc612cd" providerId="ADAL" clId="{63004E66-6579-4D98-A55C-E49DC103DAA2}" dt="2022-06-03T01:31:59.689" v="0"/>
        <pc:sldMkLst>
          <pc:docMk/>
          <pc:sldMk cId="2304439465" sldId="317"/>
        </pc:sldMkLst>
        <pc:inkChg chg="add">
          <ac:chgData name="Upul Gunawardana" userId="d78f31a5-8ae7-4659-910b-ce777cc612cd" providerId="ADAL" clId="{63004E66-6579-4D98-A55C-E49DC103DAA2}" dt="2022-06-03T01:31:59.689" v="0"/>
          <ac:inkMkLst>
            <pc:docMk/>
            <pc:sldMk cId="2304439465" sldId="317"/>
            <ac:inkMk id="3" creationId="{7352ECB4-9906-4FE4-937C-2EABEB157C14}"/>
          </ac:inkMkLst>
        </pc:inkChg>
      </pc:sldChg>
    </pc:docChg>
  </pc:docChgLst>
  <pc:docChgLst>
    <pc:chgData name="Upul Gunawardana" userId="d78f31a5-8ae7-4659-910b-ce777cc612cd" providerId="ADAL" clId="{970FC63A-AB26-4595-A48F-1EDC28FFDC76}"/>
    <pc:docChg chg="modSld">
      <pc:chgData name="Upul Gunawardana" userId="d78f31a5-8ae7-4659-910b-ce777cc612cd" providerId="ADAL" clId="{970FC63A-AB26-4595-A48F-1EDC28FFDC76}" dt="2022-05-26T14:34:58.304" v="11" actId="20577"/>
      <pc:docMkLst>
        <pc:docMk/>
      </pc:docMkLst>
      <pc:sldChg chg="modSp mod">
        <pc:chgData name="Upul Gunawardana" userId="d78f31a5-8ae7-4659-910b-ce777cc612cd" providerId="ADAL" clId="{970FC63A-AB26-4595-A48F-1EDC28FFDC76}" dt="2022-05-26T14:34:58.304" v="11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970FC63A-AB26-4595-A48F-1EDC28FFDC76}" dt="2022-05-26T14:34:58.304" v="11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3T01:29:03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21867 2657 849 0,'-7'1'32'0,"-16"5"87"0,20 0 0 15,-4 4 6-15,-4 2-16 16,-3 4-63-16,-3-1-9 15,-6 6-16-15,-1 1 0 16,-6 12-6-16,-4 3-8 16,-13 10-6-16,-3 8-1 15,-16-3-4-15,-2 13 2 0,6 26 2 16,-1 16 0-16,11 23-2 16,5 10 1-16,7 14 0 15,11-5-1-15,19 1 10 16,10 6 5-16,23-21 4 15,7-4 5-15,15-3-9 16,3-15-10-16,4-4-4 16,1-9-10-16,1-18-5 15,4-5 2-15,-3-10-8 16,0 2-6-16,-7-5-71 16,-6-7-76-16,1-22 110 15</inkml:trace>
  <inkml:trace contextRef="#ctx0" brushRef="#br0" timeOffset="637.58">24087 2499 747 0,'13'-2'265'0,"7"6"-224"16,6 8-29-16,4 0-7 16,3 12 1-16,0 3-3 15,9 8 19-15,10 9 7 16,10 26 5-16,1 12 3 16,-2 20-16-16,-10 15-9 15,-9 25-10-15,-5 9 0 0,-14 28-3 16,-3 8 3-16,-13-10 1 15,-6 8-3-15,-5-11 5 16,-6-8-2-16,-6 8 1 16,-6-12 4-16,-11-13 12 15,-4 1 18-15,-12-17 34 16,-7-11 16-16,-9-15 14 16,-1-14-11-16,5-20-31 15,8-4-23-15,8-13-39 16,6-8-28-16,8-17-97 15,1-11-97-15,10-27 138 16</inkml:trace>
  <inkml:trace contextRef="#ctx0" brushRef="#br0" timeOffset="3363.89">21798 3001 343 0,'2'-3'164'15,"0"-2"-101"-15,-1 2-41 0,7-1 19 0,-5-2-17 16,4 2-3-16,2 1 4 0,-1-1 8 0,-2 1 9 16,1-2 20-16,1 0 8 0,-3 3 5 0,1-2 3 0,-4-1 3 15,2 2-4-15,-2 1-5 0,2 1-9 0,-3 0-18 16,1-1-8-16,-1 1-4 0,1 1-4 0,0 0-7 16,-2 0 0-16,-2 0-3 0,0-1-2 0,0 2-1 15,-1-1 0-15,2 0-4 0,-5 0 0 0,4 3-5 16,1 0-2-16,-1 1 1 0,0-2-1 0,1 4-3 15,-1-1 0-15,-2 4 2 0,2 0-2 0,1 3 0 16,-5-1-1-16,4 0 0 0,0 3 0 0,-1 0 0 16,0 2 0-16,-2 0-1 0,3 0 1 0,-2 2-1 15,0 1 1-15,-1-1-3 0,2 0 1 0,-2 0-2 16,1 0 1-16,-1-1-2 0,1 0-1 0,-1-4-6 16,0-1-3-16,-1 0-4 0,2 1-7 0,-1-4-18 15,0 0-16-15,1-3-17 0,-1 2-22 0,0-1-92 16,2-4 135-16,1 0-85 0,-2-2-45 0</inkml:trace>
  <inkml:trace contextRef="#ctx0" brushRef="#br0" timeOffset="3656.1">21941 3186 866 0,'0'21'308'0,"-10"-4"-241"0,2 6-57 0,1-4-4 16,-1 2-6-16,5 5 4 0,-3-1 2 0,1-1 2 16,-1-2 3-16,0-2 2 0,1-1 2 0,-1-1-1 15,0-2 0-15,-1-4-2 0,3 1-3 0,-3 0-2 16,2-2-3-16,-2-1-2 0,0-2-1 0,0 1-3 15,0-2-4-15,2-2-4 0,-2 0-1 0,2-3-10 0,1 0-26 16,1-2-18-16,1-1-25 0,2-2-38 0,0-3 87 16,0 2-65-16,1-3-21 0</inkml:trace>
  <inkml:trace contextRef="#ctx0" brushRef="#br0" timeOffset="4035.09">22166 3013 76 0,'1'0'144'0,"2"0"-18"0,0 5-56 0,1-3 39 16,-1 2-4-16,0 3-8 0,-1 0-39 0,1 3-15 15,-1-1-12-15,-2 4-14 0,0 0-7 0,2 3-29 16,-2 1-15-16,-2-1-19 0,0 3-24 0,-2 1 52 16,0 1-40-16,1 5-15 0</inkml:trace>
  <inkml:trace contextRef="#ctx0" brushRef="#br0" timeOffset="4350.64">22365 2820 963 0,'8'9'355'0,"0"4"-277"16,3 2-67-16,-3-3-12 0,3 7 1 0,3 2-1 16,-4-1 1-16,1-2-2 0,-3 1 0 0,2 2-3 15,-2-1 0-15,1-4 1 0,-3 0-3 0,-1-1 0 0,4 3-9 16,-4 1-8-16,1-2-9 0,0 0-7 0,-2-3-9 0,-3 8-27 16,-1 0-12-16,-5 0-10 0,0-1-8 0,-1-2 61 15,2 3-43-15,-11-4-3 0</inkml:trace>
  <inkml:trace contextRef="#ctx0" brushRef="#br0" timeOffset="4619.3">21869 2804 472 0,'8'-5'150'0,"1"5"-167"16,-1-5 15-16,1 4-37 0,1 1-16 15</inkml:trace>
  <inkml:trace contextRef="#ctx0" brushRef="#br0" timeOffset="4729.89">21827 2915 132 0,'-16'13'141'15,"0"3"-34"-15,0-1-59 0,0 0 35 0,4 4-24 16,-5 3-18-16,0 6-12 0,1 1-8 0,1 1-19 16,-1 5 0-16,0 0-2 0,2 9-6 0,1-1-3 15,1-1-48-15,1 5 47 0,0-7-25 0,-1-1-21 0</inkml:trace>
  <inkml:trace contextRef="#ctx0" brushRef="#br0" timeOffset="5975.2">23053 2887 134 0,'-2'0'109'0,"1"-2"-16"0,-1 0-41 16,4 2 31-16,-2-1-5 0,0 1-14 0,0 1-3 15,0-1-3-15,1 0-6 0,-1 1-8 0,0 0-2 16,0 1-3-16,3 0-7 0,-3-2-6 0,0 2-4 15,0 0-4-15,0-1 0 0,-1-1-1 0,-1 0 0 16,2 0-1-16,-2 0 4 0,2 0-2 0,0 0 1 16,0 0-2-16,0 0 0 0,0 1-4 0,0 0-4 15,0-1-2-15,1 1 0 0,-1 3-3 0,1-1-1 0,-2-2 1 16,2 3 0-16,-1-2-2 0,3 3 0 0,-3 2 3 16,0-3 0-16,0-3-1 0,0 3 0 0,1 4 1 0,-1-3 1 15,-2 0 0-15,-1-1 2 0,3-1-5 0,-2 1 3 16,2 2 0-16,-1-3-1 0,1 3 1 0,1-1-2 15,-1 1-1-15,0 0 1 0,-2 2 2 0,0 1-4 16,4-1 2-16,-2 0 0 0,-2 1-2 0,1 0 0 16,1 1 0-16,1-2-1 0,-2 1-1 0,2 1-1 15,-1-1-2-15,0-2-2 0,0 1-1 0,0 0-1 16,-2-2-1-16,1 2-1 0,1-3-2 0,-7 1-10 16,3-2-6-16,-1 0-13 0,3 0-14 0,-3-2-63 15,0 0 86-15,1 1-55 0,2-3-32 0</inkml:trace>
  <inkml:trace contextRef="#ctx0" brushRef="#br0" timeOffset="6471.2">23215 3125 512 0,'-4'1'214'0,"1"2"-134"16,2 0-53-16,-2 1 12 0,-1-1-9 0,2 3-4 15,0-4-6-15,1 3-4 0,-1 1 1 0,1-3 5 16,0 2 3-16,-1-1-1 0,2 2 1 0,-1-2 6 15,1-1 3-15,-1 2 0 0,0-1 1 0,-1 2-6 16,0-1-3-16,2 0-1 0,-4-2-5 0,3 5-8 16,0-3-6-16,1 0-1 0,-1-1-5 0,0 1-10 15,1-1-6-15,-2-3-2 0,-1 5-5 0,0-4-7 16,-1 1-5-16,1 1-2 0,1 0-5 0,-3-3-19 16,2 2-19-16,1 1-46 0,0-5 88 0,0 0-52 0,4-4-29 15</inkml:trace>
  <inkml:trace contextRef="#ctx0" brushRef="#br0" timeOffset="7007.77">23256 2996 602 0,'0'-3'296'0,"-1"1"-180"0,1 0-86 0,-1 1 66 15,1 0-92-15,3 2 0 0,1 0-2 0,-2-1-2 16,2 1 0-16,2 2 0 0,-2-1 3 0,3-1 10 15,-2-1 4-15,3 0 9 0,-1 0 8 0,1-1 15 16,2-1 4-16,-2 0 5 0,-2 1-4 0,6 0-6 16,-3 0-7-16,1 1-7 0,0 0-9 0,-2 1-16 15,3 1-3-15,-3 0-4 0,3 0 1 0,-8 1-3 16,2-1-3-16,-2 1 2 0,1 1-3 0,-1-2 0 16,0 3 0-16,-3 0-1 0,0 1-1 0,-1-1 1 0,-4 0 2 15,-2 2-1-15,0-1 3 0,-3 2-2 0,-1-3 2 16,-1 1 0-16,-1 1 1 0,3 2 2 0,0-1-1 15,3-4-1-15,0 4 0 0,-4-2 1 0,6 0 0 16,3 1 0-16,0-1 0 0,0-4-2 0,2 3 1 16,0-1 0-16,1 0 4 0,3 0-3 0,-1 0 3 15,-1-2 1-15,2-1 1 0,0 3 2 0,2-2-2 16,1 0 2-16,2-2-3 0,-2 1 1 0,4-1-2 16,0 0-2-16,-1 0-6 0,1-2-2 0,0-1-5 15,0-2-6-15,-1 1-9 0,0-2-4 0,-2 0-8 0,3 0-6 16,-1-1-29-16,0 0-16 0,1-3-20 0,0 4-37 15,0-4 98-15,-2 0-70 0,4 0-19 16</inkml:trace>
  <inkml:trace contextRef="#ctx0" brushRef="#br0" timeOffset="7302.53">23504 2680 423 0,'7'5'169'16,"1"-3"-112"-16,5 8-38 0,-2-2 7 0,1 2 14 16,2 5 1-16,2-2-2 0,-1 3 2 0,1 3 1 15,0-2 1-15,-2 3-1 0,0-3-1 0,2 1-15 16,-3 1-4-16,-1 0-3 0,-1 0-5 0,-3 0 0 15,0-2-3-15,-3-1 0 0,0 2-2 0,-4 3-2 16,0-3-2-16,-3 1-4 0,0 1-1 0,-4-2-18 16,0 3-11-16,-5-1-18 0,2 0-24 0,0-3-34 0,-5 0 71 0,-2 4-65 15,-2-1-44-15</inkml:trace>
  <inkml:trace contextRef="#ctx0" brushRef="#br0" timeOffset="7636.66">23115 2635 560 0,'-10'8'192'0,"2"2"-157"0,0 3-43 16,-1-1-12-16,0 7-7 0,2 3 4 0,-2 3 0 16,-2 0 1-16,1 7 0 0,0-1 3 0,0 0 10 15,-1 1 8-15,0 0 4 0,4-4 5 0,1 1 8 0,1-2 2 16,0-3 3-16,4 1 0 0,2-2 0 0,6 0 0 15,0 1-7-15,1-1-10 0,3-1 0 0,1 0-4 16,5 0-6-16</inkml:trace>
  <inkml:trace contextRef="#ctx0" brushRef="#br0" timeOffset="9223.98">24096 2922 566 0,'-3'0'197'15,"1"2"-153"-15,2 1-35 0,1 0-2 0,2-2-1 16,-2 2 4-16,2-2 0 0,2 3 8 0,-2 0 6 0,0-3 5 16,1 1 5-16,0 1 2 0,1-1 9 0,0-2-2 15,0 0 4-15,-1 0-7 0,0 0 0 0,-1 0 2 16,0 0-2-16,-1-2 0 0,0-1-6 0,-2 2 3 15,2 0-2-15,-2 0-3 0,2-1-2 0,-2 0-7 16,1 2-6-16,-1 0-3 0,0-1-2 0,0 1-6 16,0 1-2-16,0 0-1 0,-1-1-1 0,0 0-1 15,-2 0 3-15,2 2-2 0,0 0 2 0,-3-2 1 16,3 1-1-16,1-1 1 0,0 1 1 0,-2 0 2 0,2-1 0 16,0 0 1-16,0 0 0 0,2-1 1 15,-1 1 3-15,1 1-1 0,0-1 2 0,0 0-2 0,1 0-2 0,1-2 0 16,0 2 1-16,-3 0-2 0,3-2-2 0,-1 1-1 15,1 0 0-15,-2 1-2 0,1-1 1 0,-1 0 0 16,1 2-2-16,-1 1 3 0,0-1 1 0,0-1 1 16,0 0 1-16,2 0-1 0,-1 0 1 0,0 1-2 15,2-2 1-15,-3-1-3 0,3 2 0 0,-1 0-3 16,1 0-1-16,-1 1 1 0,1-1-1 0,0 0 1 0,0 0-1 16,-1 1 0-16,2-1-1 0,-3 1 0 15,1-1 1-15,-1 0 0 0,-1 2-1 0,0-2-1 0,1 1 2 16,-2 1-1-16,2-2 1 0,0 1 1 0,-1-1-1 15,3 0-1-15,0 0 3 0,-2 1-2 0,-1 1-1 16,2-1 2-16,0 1-2 0,-4-2 0 0,4 0 1 16,-4 1 0-16,1-1 1 0,0 0 0 0,-3 0 0 15,1 1 0-15,0-1 0 0,-1 1 0 0,4 3 0 0,-4-2 0 16,2 0-2-16,-2 0 1 0,2 1 0 0,-2-1 1 16,-1 0-2-16,-2 1 1 0,0-1-2 0,3 3 0 15,-2-1 0-15,-1 1 0 0,1 1 0 0,-1 0-1 16,-2-1 2-16,2 2-3 0,-2 0 3 0,-1-1 0 15,2-1 0-15,-1 1 0 0,2 0 0 0,0 1 0 16,2-3 0-16,-2 0 1 0,0 0-1 0,3 1 0 16,-2-1 0-16,1-3 0 0,1 1 0 0,-2-1 1 15,4 0-1-15,-1-1 0 0,1 1 0 0,-1-1 0 0,1 0-1 16,0 0 1-16,0 0-1 0,0-1-1 0,0 1-1 16,0 0 3-16,0 1-2 0,0-1 1 0,1-1 1 15,0 0 0-15,-1-1 0 0,2 0 0 0,-1-1 0 0,1 1 0 16,-1-1 1-16,2 1-2 0,-1-1 0 15,1 1-1-15,1-1-2 0,-2 0 0 0,1 0 1 0,0-1 0 16,0 0 0-16,0 0 0 0,1-2 3 0,-3 3-1 16,0-2 1-16,2 0 0 0,-1 1 0 0,0-2 1 15,-1 2 0-15,-1-2 0 0,0 1 1 0,0 0-1 16,2 2 3-16,-2-1-1 0,0 0-1 0,0 0 1 16,-2 1-1-16,2 1 3 0,-1-3-3 0,1 1 3 15,-1 0-1-15,0 3 1 0,-1-1-1 0,1 1 1 16,1 0-1-16,-1 1 0 0,1 0-1 0,0 0 0 0,-1 1-1 15,1 1-1-15,0 0 1 0,0 0-1 0,-1 1 1 0,0 1-2 16,1 3 1-16,0 2-1 0,-2-5 0 0,0 5-1 16,0-1-1-16,1 3 0 0,0 0 1 0,0 0 0 15,-1 1-1-15,0-1 0 0,0 2 2 0,2 1 1 16,-3-2-1-16,2-3 1 0,0 2-1 0,1-2 2 16,0-1 0-16,-1-6 0 0,1 2 1 0,0 1 1 15,1-5 2-15,1 2 2 0,0-3 1 0,-2-2 1 16,2 2 2-16,-1-6-1 0,1 1 0 0,0-3 2 15,-1-3 0-15,0-2-2 0,-1 0-1 0,1 0-2 16,-1 0-1-16,0-4 1 0,0 0-3 0,-1 1-3 16,0 0-2-16,-1-1-4 0,1-4 0 0,-1-2 0 15,0 4 0-15,1 0-1 0,-3 5 0 0,3 0 0 0,-1 3-1 16,-2 4-3-16,1 6-3 0,0 1-19 0,0-1-12 16,0 5-16-16,-2 0-22 0,0 6-104 0,-1 1 136 15,2 5-84-15,1 1-48 0</inkml:trace>
  <inkml:trace contextRef="#ctx0" brushRef="#br0" timeOffset="9509.85">24306 3201 904 0,'-5'16'327'0,"0"-1"-246"0,0 9-71 0,1-5-2 16,0-1-24-16,3 7-12 0,1-1-11 0,-2 2-35 0,3-1-21 15,-1-1-32-15,0-4 82 0,1-2-63 0,-1-1-36 16</inkml:trace>
  <inkml:trace contextRef="#ctx0" brushRef="#br0" timeOffset="10092.69">24553 2936 126 0,'-4'3'150'0,"3"-1"-16"15,0-1-47-15,1 1 38 0,-1-1-11 16,1 0-2-16,0-2-18 0,2-2-8 0,3 0-8 16,-1 0-10-16,1-2-21 0,3 0-9 0,0-1-7 0,2 0-6 15,1 0-9-15,0-1-5 0,1 1-3 0,-1-2-3 16,1 4-3-16,-1-2-1 0,-2 2 1 0,3-1-2 16,-3 1 1-16,2 3-1 0,1-2 1 0,0 3 1 15,-2-2 0-15,1 2-1 0,-2-1 1 0,5 2-1 16,-7 2 0-16,1-1 0 0,-1 3 1 0,1-1-2 0,-3 4-1 15,1 0 1-15,-6 2-1 0,-3-1 1 0,3 1 0 16,-1 1 1-16,-4-3 0 0,-1 1 2 0,-2 0 2 16,2-1 2-16,2-3 1 0,-2 0 0 0,3-1 5 15,-3-1-2-15,3-1 2 0,-1-1 1 0,4 1 7 16,0-1 0-16,2 2 2 0,-1-1 0 0,3 1-1 16,2 2 1-16,-4 0-2 0,0 2-1 0,0-1-9 15,0 2-1-15,-2 1-2 0,0 0-1 0,-4-1-2 16,0 1 1-16,0 1 1 0,0 1 2 0,-1-2 0 0,-1 1-1 15,-1 0 0-15,-1 0 2 0,0 1-2 0,-2 0-2 16,1-1-2-16,-5 1-1 0,4-1-1 0,-3 0-1 16,4-1-1-16,-1-5-2 0,1 1-6 0,0-2-5 0,3-3-5 15,0-2-7-15,3 0-18 0,-3 0-12 16,6-6-14-16,-1 4-15 0,1-5-33 0,3-1-13 16,1-1-13-16,1-1-13 0,0-1 91 0,2 0-62 0,0 1-4 15</inkml:trace>
  <inkml:trace contextRef="#ctx0" brushRef="#br0" timeOffset="10328.18">24977 2653 1056 0,'4'8'458'15,"-3"-1"-312"-15,12 6-110 0,-3 1 54 0,4 1-90 16,0 0 3-16,1 6-5 0,-1 3-4 0,1 2-8 15,-4 1-1-15,-2-1 0 0,1 0-2 0,-5-2 2 16,-2 4 1-16,0-4 4 0,-2-1 2 0,-1-2 6 16,-3-3 2-16,-2 1 0 0,0 0 3 0,-4-2-7 15,-1 1-6-15,-3 1-7 0,-3 1-9 0,-1-2-40 16,-3 0-26-16,-3-5-31 0,1-1-76 0,-3 0 137 16,0-5-95-16,-2-4-34 0</inkml:trace>
  <inkml:trace contextRef="#ctx0" brushRef="#br0" timeOffset="10688.96">24351 2546 250 0,'-1'1'119'0,"-2"3"-82"0,-6-3-36 0,5 4 38 15,-4-1-57-15,2 3 4 0,0 0 9 0,-5 2 20 16,0 1 13-16,0 0 17 0,3 1 17 0,-4 3 16 15,3 1 4-15,-2 4 3 0,2 2 2 0,1 4-7 16,-1 5-8-16,1 4-13 0,0-1-13 0,-3 4-13 16,1 5-7-16,-1 1-6 0,0-3-6 0,-2-1-15 15,0 1-13-15,2-3-11 0,0-1-27 0,1-2 39 16,1-3-26-16,4-8-13 0</inkml:trace>
  <inkml:trace contextRef="#ctx0" brushRef="#br0" timeOffset="12640.54">22744 2519 299 0,'-1'-2'163'0,"-1"1"-88"16,2 0-46-16,0-1 32 0,0-3-31 0,1 2 2 16,0 0-5-16,0-4-3 0,1 2-2 0,0-2 2 15,1 0 1-15,0-8 1 0,0 3-1 0,0 1-2 0,1-5 4 16,2-4 9-16,0 0 0 0,-2 0 0 0,3-1-1 16,-1-1-3-16,4-3-1 0,-2-3-4 0,0 4-4 15,-1 2-10-15,1 2-3 0,1-1-2 0,1 6-2 16,-5 0-1-16,5 5-1 0,-4 2-2 0,4-3 0 15,-5 11-2-15,0-5 1 0,-3 3-2 0,1 3-1 16,5 4 0-16,-8 1-1 0,1 3 3 0,1 1-3 16,-1 3 2-16,0 3-2 0,1 3 3 0,-2 3-1 15,-2 3 1-15,1 0 0 0,0 4 0 0,-1 1 0 0,2-3 1 16,0-3 0-16,1-1 4 0,-1-5 2 0,5-5 1 16,-2 0 2-16,3-8 3 0,1-2 1 0,-5-5-1 15,4 2 0-15,0-3-5 0,-4-8-3 0,10-2-2 16,-4 1-3-16,-1-6-4 0,8 0-3 0,-2-4 1 0,0-6 1 15,1-2 0-15,2 1 3 0,-6 2 3 0,1 3 2 16,-2-4 6-16,0 3 1 0,0 4 0 0,-2 4 1 16,1 0 0-16,2 0-1 0,-1 10-3 0,-5-4 1 15,2 5-7-15,-2 2 1 0,2 3-1 0,-2 1-1 16,-1 4 0-16,-1-1-1 0,1 6 0 0,-2-2-1 0,2 7 2 16,-2 1-2-16,1 2 1 0,-1 1 0 0,-1 4-1 15,0 0 1-15,0 4-2 0,-1-4 1 0,1 3-5 16,-2 0-2-16,0 0-3 0,0-2-9 0,2-2-30 15,0-2-23-15,-1-3-37 0,1 2 78 0,-1-5-57 16,2-5-29-16</inkml:trace>
  <inkml:trace contextRef="#ctx0" brushRef="#br0" timeOffset="13107.33">23334 2327 1036 0,'-2'6'369'0,"-2"1"-307"0,3-5-73 0,-1-4-6 16,2 2-30-16,0 1-4 0,1-7-5 0,4 1-3 15,-4-3 13-15,3-3 8 0,-2-6 8 0,5 7 9 16,-5-8 20-16,1 1 8 0,8 0 11 0,-5 1 8 16,-1 0 6-16,4 0 1 0,0 3 0 0,0-2 0 0,2 2-10 15,-6 1-4-15,2 1-6 0,1-1-6 16,7 0-5-16,-3 2-3 0,-1 0-3 0,-1 0-1 0,3 1 0 15,-1 1 0-15,0 0-1 0,-1 1 3 0,-6 1 0 16,2 5 3-16,-2 0 0 0,1-1 2 0,-2 2 3 16,-2 4-1-16,0 0 1 0,1 3-2 15,-1 3 2-15,-1-3-1 0,1 4-1 0,0 4-7 0,-1-1-3 16,0 3-7-16,-1-2-6 0,1 6-16 0,-1-1-7 16,0 2-8-16,-2-6-7 0,1 5-19 0,0 0-9 15,-2 1-9-15,3 0-15 0,-3-3 71 0,-1 0-44 16,2 4-6-16</inkml:trace>
  <inkml:trace contextRef="#ctx0" brushRef="#br0" timeOffset="13410.09">23320 2257 698 0,'7'-3'272'0,"5"0"-200"0,-4 0-55 0,4-6-6 0,1 4-1 15,5-4-4-15,3 3-1 0,-6 1-11 0,8-1-24 16,-4 2-10-16,-3 1-13 0,0 1-9 0,2-2-19 15,-5 1-1-15,-2 0 0 0,1-2 4 0,-3 0 18 16,1-2 4-16,-2 2-7 0,1-2 38 0,0 1-5 16,-1-1-7-16</inkml:trace>
  <inkml:trace contextRef="#ctx0" brushRef="#br0" timeOffset="13698.7">23620 2150 620 0,'10'5'295'0,"3"-4"-170"0,2-1-77 0,7-2 23 15,-3-1-18-15,6 1-15 0,3-2-12 0,0-3-15 16,3 3-5-16,-2-2-5 0,1 0-2 0,1-1 0 16,-1 0-2-16,-6 0 1 0,-5 2 0 0,2-2-1 15,-3-1 1-15,-2 3-1 0,-9-1-4 0,2 1-8 0,-1-1-40 16,-2 2-36-16,-1 0 69 0,0 0-50 0,-2 2-29 16</inkml:trace>
  <inkml:trace contextRef="#ctx0" brushRef="#br0" timeOffset="14038.34">23831 2107 550 0,'8'3'219'0,"-5"1"-150"0,0 1-48 16,5-2 3-16,-4 3-2 0,2 3-6 0,1-1-8 16,-1 3-5-16,-4 2-3 0,-1 4-4 0,-1 3-1 15,-5 6-2-15,1 2-2 0,-3 1-3 0,-3 6 1 16,-3 0 0-16,0-1 0 0,0-1 1 0,-3 0 1 15,0-2 2-15,3-5 3 0,0-2 4 0,2-6-2 0,1 1 1 16,1 1-2-16,0-5-7 0,4-3-15 0,-1-3-25 0,3 2 39 16,3-6-25-16,0 0-16 0</inkml:trace>
  <inkml:trace contextRef="#ctx0" brushRef="#br0" timeOffset="14798.66">24161 2076 292 0,'0'0'163'0,"0"-1"-86"0,2 0-43 16,1-1 13-16,0-1 9 0,0 1-5 0,1 1-4 0,-1-1 0 16,1 0 0-16,-1-1-1 0,-1 3-1 0,0-1-4 15,0 1-1-15,1 0-2 0,-2 1 0 0,0-1-5 16,-1 2-5-16,2-2 1 0,-2 1-3 0,0 1 0 15,0-1-9-15,-2-1-1 0,-2 2-4 0,3 0 0 16,-1 3-2-16,-2-2-3 0,2 2-1 0,-2 1-1 16,1 2-1-16,0-1-1 0,-1 4 0 0,1 1-1 15,-1-1-1-15,1 3-1 0,-1 3 1 0,-1-3 0 16,1 1-1-16,0 0 0 0,2-2 2 0,-1 1 0 0,0-2-1 16,0-1 0-16,1-1 1 0,2 0 0 0,-2-4 0 15,1 2 0-15,1 2-2 0,-3-4 0 0,2 1 0 16,0 1 2-16,1-6-1 0,-1 2-1 0,1 2 2 15,0-5 0-15,1 0 1 0,0-1 2 0,2 0 1 16,-1 0 1-16,1-1 0 0,0 0 1 0,4 1 0 16,-4 0 1-16,2 1 0 0,-3-1-2 0,4 1-2 15,0 2-1-15,-1-3-1 0,1 6 0 0,-1-4-1 16,1-1 0-16,-1 2-2 0,2 0 0 0,0 0 1 16,0 1-1-16,1 2 2 0,-4-6-2 0,2 4 0 0,-3-4 0 15,4 2 0-15,-1 0 2 0,-3-1-1 0,2 0 1 16,-3 3-1-16,4-2-1 0,-1 0 1 0,-2 1-1 0,-1 0-3 15,-1-2-6-15,0 2-13 0,-1-3-8 16,0 0-7-16,0 2-9 0,0-2-28 0,1 0-8 0,1-3-8 16,-2 1-4-16,1-5-19 0,-1-1-18 0,1 4 77 15,-1-4-48-15,3 5-9 0</inkml:trace>
  <inkml:trace contextRef="#ctx0" brushRef="#br0" timeOffset="15257.04">24393 2374 1050 0,'0'3'402'16,"0"1"-384"-16,-1-3-73 0,5 5-43 0,3 1-42 16,-5-4-13-16,3-3-10 0,3 1 3 0,-4-1 54 15,2-1 34-15,3-7 33 0,-5 3 31 0,-1-5 72 16,0-1 28-16,0 0 20 0,0-7 6 0,2 2-17 15,1-2-17-15,-2 2-17 0,4-3-12 0,-3 1-31 16,4-2-9-16,0 3-8 0,-1-1-4 0,-3 3-6 16,2-1 0-16,-4 2-1 0,1 0-1 0,1 1 4 15,-4 1 3-15,1 3 2 0,-1-3 3 0,1 4 2 0,-2 2 3 16,1-1 9-16,-1 2 5 0,1 0 2 0,-1 2-2 16,2 0 2-16,-2-1-1 0,2 3-4 0,0 1-3 15,-2-1-9-15,2 1-4 0,0 0-3 0,2 0-1 16,-2 0 0-16,1 0-2 0,-1 2 3 0,2 0 3 15,0 1 0-15,-3-1 2 0,2 2 2 0,1 1 0 16,-2 1-2-16,0 1 1 0,1 2-2 0,-2 1-3 16,0 3-2-16,1 0 0 0,-2 3-3 0,0 4 1 15,1 0-1-15,-1 2 0 0,1 2 0 0,-1 3 1 16,2-3 0-16,-2 3-1 0,1-1-1 0,0 0 0 0,-1-2-1 16,1-3 0-16,0-6-8 0,-1-1-3 15,0 0-3-15,0-4-3 0,1-2-3 0,0-5-7 0,1-1-10 16,-2 0-5-16,1 2-3 0,0-5-11 0,1-1-16 0,-2-4-98 15,1 0 128-15,1-3-78 0,-1 1-33 0</inkml:trace>
  <inkml:trace contextRef="#ctx0" brushRef="#br0" timeOffset="15543.17">24451 2227 835 0,'-6'3'267'0,"6"2"-243"0,1-1-41 16,-1-1-19-16,4 2 7 0,-3 0 1 16,3 0 3-16,3 0 4 0,-1-1 12 0,2 0 24 0,-1-1 10 15,1-2 6-15,0 1 6 0,1-2 3 0,1 0 1 16,-2-2-1-16,2 1-5 0,-1-1-16 0,-4 0-10 15,0-2-6-15,2 2-8 0,-1-2-12 0,-3-1-7 16,3 2-5-16,-3 0-15 0,1-2-48 0,0 2-42 16,0-5 96-16,0 4-70 0,1 0-48 0</inkml:trace>
  <inkml:trace contextRef="#ctx0" brushRef="#br0" timeOffset="41506.62">9222 8896 998 0,'-11'3'409'0,"-2"1"-285"0,5 0-94 0,1-1 4 16,1 2-5-16,1-1-9 0,0 5-12 0,2-5-8 0,3 3-1 0,0 0 1 16,-1-1 0-16,-3 1 1 0,4 0 1 0,1-1 0 15,-1-5 10-15,3-1 3 0,-2 2 4 0,2-2 2 16,1-1 2-16,1-4 4 0,0 2 1 0,1-4-2 15,2 3-8-15,1 0-4 0,-1-3-1 0,3 5-5 16,0-1-2-16,1 0-4 0,0 3-2 0,3 2 0 16,-1-1 0-16,2 1 0 0,1 0-1 0,3-1 1 15,0 0-1-15,0-1 1 0,3-1-1 0,8-4 0 16,-2 1 1-16,0 1 0 0,5-3 2 0,-3-2-1 16,0 0 2-16,3 2-2 0,-6-2 1 0,-1 1 2 15,-2 1 0-15,-3-2-4 0,0 2 1 0,-3-1-2 16,2 0-3-16,-7 2-5 0,1-4-16 0,-2 0-87 15,3 1-100-15,-2 0 168 0,-1-1-115 0,-4 2-66 0</inkml:trace>
  <inkml:trace contextRef="#ctx0" brushRef="#br0" timeOffset="42212.79">14625 8853 875 0,'-11'10'432'0,"0"-1"-255"0,0-1-122 0,-1-1 73 16,0 1-94-16,1 0-12 0,1 3-8 0,3-4-11 0,-3 2-1 15,2 1-2-15,-1 0 1 0,2-4 4 0,0 1 3 16,2-3 6-16,-2-2 19 0,2-1 7 0,-1 1 7 16,2-2 5-16,-2-2 4 0,1 0 3 0,0 0-1 15,2-1-6-15,1 3-17 0,0-6-9 0,0 3-6 16,2-1-6-16,0 3-5 0,4-4-7 0,0 3-2 15,6 0-1-15,-1-3-2 0,3 5 2 0,3-2-1 16,4-1-1-16,0 0 0 0,0-2 1 0,3 1-1 16,1 0-1-16,2-1 1 0,2 0-3 0,0 0-2 0,-3 0 1 15,5 2-2-15,-1-2-6 0,0 2 3 16,2 1-10-16,-1-2-10 0,-3 2-38 0,2 1-30 0,-3 1-47 16,0-1-93-16,-5 1 171 0,-3 0-123 0,-2-3-89 15</inkml:trace>
  <inkml:trace contextRef="#ctx0" brushRef="#br0" timeOffset="42923.56">19692 8981 576 0,'0'-2'244'0,"0"2"-185"0,-1-2-52 0,0 1-4 15,1 1-3-15,0 0 3 0,2 0 3 0,-2 0 1 16,0 0 3-16,-1 0 6 0,3-1 3 0,1-4 18 16,-1 0 8-16,7-1 10 0,-4-1 4 0,2-1 20 15,0 0 6-15,2 0 2 0,-1 0 1 0,2 0-8 16,-2 2-9-16,1-1-9 0,2 3-7 0,0-2-18 16,1 3-5-16,3 1-5 0,2-1-1 0,-1-1-9 15,3 1-1-15,2-1-1 0,0 0-3 0,4 1-3 16,0 0-3-16,0-2-1 0,0 3-4 0,0 1-1 15,2 0-1-15,-7 0 0 0,1 0-1 0,-2 1-1 16,-2 0 0-16,2 1-1 0,-7 0-2 0,0 0-4 0,-1 1-7 16,-2 1-50-16,3-1-36 0,-5-1-67 0,-2 0 124 0,1 1-92 15,1-2-74-15</inkml:trace>
  <inkml:trace contextRef="#ctx0" brushRef="#br0" timeOffset="52602.86">20793 11405 957 0,'1'-2'353'0,"-1"-6"-278"16,2-1-69-16,-1 1 14 0,2 2-75 0,2 0-58 15,0 2 84-15,2 3-44 0,-2 1-38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6/3/2022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6/3/2022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Introduction to 2D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Two-Dimensional (2D) Arrays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F09A06A-7BA6-48AF-8EBC-0AD8ADFB5DA5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484784"/>
            <a:ext cx="77724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Can define one array for multiple sets of data.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Like a table in a spreadsheet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 two size declarators in definition: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itchFamily="49" charset="0"/>
              </a:rPr>
              <a:t>	const int ROWS = 4, COLS = 3;</a:t>
            </a:r>
            <a:br>
              <a:rPr lang="en-US" altLang="en-US" dirty="0"/>
            </a:br>
            <a:r>
              <a:rPr lang="en-US" altLang="en-US" dirty="0">
                <a:latin typeface="Courier New" pitchFamily="49" charset="0"/>
              </a:rPr>
              <a:t>int exams[ROWS][COLS];</a:t>
            </a:r>
            <a:br>
              <a:rPr lang="en-US" altLang="en-US" dirty="0">
                <a:latin typeface="Courier New" pitchFamily="49" charset="0"/>
              </a:rPr>
            </a:b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First declarator is number of rows; second is number of columns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Representation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290F362-4EC1-47A5-AC2D-98575572F1C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95400"/>
            <a:ext cx="77724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" pitchFamily="-16" charset="0"/>
              <a:buNone/>
            </a:pPr>
            <a:br>
              <a:rPr lang="en-US" altLang="en-US" sz="2800"/>
            </a:br>
            <a:r>
              <a:rPr lang="en-US" altLang="en-US" sz="2800"/>
              <a:t> </a:t>
            </a:r>
            <a:r>
              <a:rPr lang="en-US" altLang="en-US" sz="2800">
                <a:latin typeface="Courier New" pitchFamily="49" charset="0"/>
              </a:rPr>
              <a:t>const int ROWS = 4, COLS = 3;</a:t>
            </a:r>
            <a:r>
              <a:rPr lang="en-US" altLang="en-US" sz="2800"/>
              <a:t>  </a:t>
            </a:r>
            <a:r>
              <a:rPr lang="en-US" altLang="en-US" sz="2800">
                <a:latin typeface="Courier New" pitchFamily="49" charset="0"/>
              </a:rPr>
              <a:t>int exams[ROWS][COLS];</a:t>
            </a:r>
          </a:p>
          <a:p>
            <a:pPr>
              <a:lnSpc>
                <a:spcPct val="90000"/>
              </a:lnSpc>
              <a:buFont typeface="Times" pitchFamily="-16" charset="0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Times" pitchFamily="-16" charset="0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Times" pitchFamily="-16" charset="0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Times" pitchFamily="-16" charset="0"/>
              <a:buNone/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Use two subscripts to access element: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sz="2400">
                <a:latin typeface="Courier New" pitchFamily="49" charset="0"/>
              </a:rPr>
              <a:t>exams[2][2] = 86;</a:t>
            </a:r>
            <a:endParaRPr lang="en-US" altLang="en-US" sz="2400" dirty="0">
              <a:latin typeface="Courier New" pitchFamily="49" charset="0"/>
            </a:endParaRP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D5124966-92C3-4D91-9243-A98B2A7F117E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2895600"/>
          <a:ext cx="5715000" cy="1759049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3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exams[0][0]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exams[0][1]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exams[0][2]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exams[1][0]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exams[1][1]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exams[1][2]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exams[2][0]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exams[2][1]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exams[2][2]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exams[3][0]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exams[3][1]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exams[3][2]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Box 26">
            <a:extLst>
              <a:ext uri="{FF2B5EF4-FFF2-40B4-BE49-F238E27FC236}">
                <a16:creationId xmlns:a16="http://schemas.microsoft.com/office/drawing/2014/main" id="{F59AB33F-305F-4D2C-BBF7-F6AE3630C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14600"/>
            <a:ext cx="1130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/>
              <a:t>columns</a:t>
            </a:r>
          </a:p>
        </p:txBody>
      </p:sp>
      <p:sp>
        <p:nvSpPr>
          <p:cNvPr id="13" name="Text Box 27">
            <a:extLst>
              <a:ext uri="{FF2B5EF4-FFF2-40B4-BE49-F238E27FC236}">
                <a16:creationId xmlns:a16="http://schemas.microsoft.com/office/drawing/2014/main" id="{948233B6-AFA0-41E4-ACDA-C3EC393AA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76600"/>
            <a:ext cx="3683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r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o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w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52ECB4-9906-4FE4-937C-2EABEB157C14}"/>
                  </a:ext>
                </a:extLst>
              </p14:cNvPr>
              <p14:cNvContentPartPr/>
              <p14:nvPr/>
            </p14:nvContentPartPr>
            <p14:xfrm>
              <a:off x="3297240" y="728640"/>
              <a:ext cx="5745960" cy="337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52ECB4-9906-4FE4-937C-2EABEB157C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7880" y="719280"/>
                <a:ext cx="5764680" cy="339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C2C7B8E-451E-4281-8237-C4A614FCE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1"/>
          <a:stretch/>
        </p:blipFill>
        <p:spPr bwMode="auto">
          <a:xfrm>
            <a:off x="533400" y="1700808"/>
            <a:ext cx="7772400" cy="3487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FF6DE17-DDBF-471F-8794-9B5CCA6C7A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7"/>
          <a:stretch/>
        </p:blipFill>
        <p:spPr bwMode="auto">
          <a:xfrm>
            <a:off x="685800" y="1628800"/>
            <a:ext cx="5715000" cy="442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66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(output)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397F8FD-826A-4C2D-A330-734FB23B6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95438"/>
            <a:ext cx="6019800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24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9AF7D3-B89B-41AA-9DEA-DADA3D4331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7DD25D-7D72-47FD-9C56-1704F94D78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6E9C28-0613-44D9-BB0F-5F501DC597D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29375</TotalTime>
  <Words>320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Introduction to 2D Arrays</vt:lpstr>
      <vt:lpstr>Two-Dimensional (2D) Arrays</vt:lpstr>
      <vt:lpstr>2D Array Representation</vt:lpstr>
      <vt:lpstr>Example 1</vt:lpstr>
      <vt:lpstr>Example 1 (continued)</vt:lpstr>
      <vt:lpstr>Example 1 (output)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6 - Introduction to 2D Arrays</dc:title>
  <dc:creator>Ram Singh</dc:creator>
  <cp:lastModifiedBy>Upul Gunawardana</cp:lastModifiedBy>
  <cp:revision>823</cp:revision>
  <dcterms:created xsi:type="dcterms:W3CDTF">2018-02-26T21:48:17Z</dcterms:created>
  <dcterms:modified xsi:type="dcterms:W3CDTF">2022-06-03T01:32:00Z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