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75" r:id="rId5"/>
    <p:sldId id="295" r:id="rId6"/>
    <p:sldId id="296" r:id="rId7"/>
    <p:sldId id="301" r:id="rId8"/>
    <p:sldId id="302" r:id="rId9"/>
    <p:sldId id="303" r:id="rId10"/>
    <p:sldId id="299" r:id="rId11"/>
    <p:sldId id="300" r:id="rId12"/>
    <p:sldId id="294" r:id="rId13"/>
    <p:sldId id="298" r:id="rId14"/>
    <p:sldId id="292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59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  <p:sldId id="356" r:id="rId69"/>
    <p:sldId id="357" r:id="rId70"/>
    <p:sldId id="358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D98DB-BC62-4849-9683-39DC3D4CAFC1}" v="48" dt="2024-05-14T11:34:05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>
        <p:scale>
          <a:sx n="100" d="100"/>
          <a:sy n="100" d="100"/>
        </p:scale>
        <p:origin x="4152" y="6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374644a6aeffffba" providerId="LiveId" clId="{207D98DB-BC62-4849-9683-39DC3D4CAFC1}"/>
    <pc:docChg chg="undo custSel addSld modSld">
      <pc:chgData name="Upul Gunawardana" userId="374644a6aeffffba" providerId="LiveId" clId="{207D98DB-BC62-4849-9683-39DC3D4CAFC1}" dt="2024-05-14T11:35:10.744" v="519" actId="179"/>
      <pc:docMkLst>
        <pc:docMk/>
      </pc:docMkLst>
      <pc:sldChg chg="modSp mod">
        <pc:chgData name="Upul Gunawardana" userId="374644a6aeffffba" providerId="LiveId" clId="{207D98DB-BC62-4849-9683-39DC3D4CAFC1}" dt="2024-05-14T08:59:34.262" v="4" actId="207"/>
        <pc:sldMkLst>
          <pc:docMk/>
          <pc:sldMk cId="2918334840" sldId="294"/>
        </pc:sldMkLst>
        <pc:spChg chg="mod">
          <ac:chgData name="Upul Gunawardana" userId="374644a6aeffffba" providerId="LiveId" clId="{207D98DB-BC62-4849-9683-39DC3D4CAFC1}" dt="2024-05-14T08:59:30.977" v="3" actId="207"/>
          <ac:spMkLst>
            <pc:docMk/>
            <pc:sldMk cId="2918334840" sldId="294"/>
            <ac:spMk id="14" creationId="{C22B7972-BD0A-41C6-B7C4-9DE4E6E468AB}"/>
          </ac:spMkLst>
        </pc:spChg>
        <pc:spChg chg="mod">
          <ac:chgData name="Upul Gunawardana" userId="374644a6aeffffba" providerId="LiveId" clId="{207D98DB-BC62-4849-9683-39DC3D4CAFC1}" dt="2024-05-14T08:59:26.884" v="2" actId="207"/>
          <ac:spMkLst>
            <pc:docMk/>
            <pc:sldMk cId="2918334840" sldId="294"/>
            <ac:spMk id="16" creationId="{66299179-3027-4EA4-B6B0-0C860097F324}"/>
          </ac:spMkLst>
        </pc:spChg>
        <pc:spChg chg="mod">
          <ac:chgData name="Upul Gunawardana" userId="374644a6aeffffba" providerId="LiveId" clId="{207D98DB-BC62-4849-9683-39DC3D4CAFC1}" dt="2024-05-14T08:59:34.262" v="4" actId="207"/>
          <ac:spMkLst>
            <pc:docMk/>
            <pc:sldMk cId="2918334840" sldId="294"/>
            <ac:spMk id="17" creationId="{1F8B01A7-2663-49F4-B373-235CE7B71023}"/>
          </ac:spMkLst>
        </pc:spChg>
      </pc:sldChg>
      <pc:sldChg chg="addSp delSp modSp mod chgLayout">
        <pc:chgData name="Upul Gunawardana" userId="374644a6aeffffba" providerId="LiveId" clId="{207D98DB-BC62-4849-9683-39DC3D4CAFC1}" dt="2024-05-14T09:11:36.152" v="247" actId="2711"/>
        <pc:sldMkLst>
          <pc:docMk/>
          <pc:sldMk cId="1895305231" sldId="299"/>
        </pc:sldMkLst>
        <pc:spChg chg="mod ord">
          <ac:chgData name="Upul Gunawardana" userId="374644a6aeffffba" providerId="LiveId" clId="{207D98DB-BC62-4849-9683-39DC3D4CAFC1}" dt="2024-05-14T09:07:04.793" v="82" actId="1076"/>
          <ac:spMkLst>
            <pc:docMk/>
            <pc:sldMk cId="1895305231" sldId="299"/>
            <ac:spMk id="2" creationId="{CCA020EB-E874-4690-8D86-2DF0D7401D15}"/>
          </ac:spMkLst>
        </pc:spChg>
        <pc:spChg chg="add mod ord">
          <ac:chgData name="Upul Gunawardana" userId="374644a6aeffffba" providerId="LiveId" clId="{207D98DB-BC62-4849-9683-39DC3D4CAFC1}" dt="2024-05-14T09:10:39.982" v="233" actId="20577"/>
          <ac:spMkLst>
            <pc:docMk/>
            <pc:sldMk cId="1895305231" sldId="299"/>
            <ac:spMk id="4" creationId="{0C4FEF66-C287-FC5E-7738-E7712BEAEBEC}"/>
          </ac:spMkLst>
        </pc:spChg>
        <pc:spChg chg="del mod topLvl">
          <ac:chgData name="Upul Gunawardana" userId="374644a6aeffffba" providerId="LiveId" clId="{207D98DB-BC62-4849-9683-39DC3D4CAFC1}" dt="2024-05-14T09:08:19.894" v="98" actId="478"/>
          <ac:spMkLst>
            <pc:docMk/>
            <pc:sldMk cId="1895305231" sldId="299"/>
            <ac:spMk id="6" creationId="{B7C65A13-6250-4B48-AEF8-854A4D8CED81}"/>
          </ac:spMkLst>
        </pc:spChg>
        <pc:spChg chg="del mod">
          <ac:chgData name="Upul Gunawardana" userId="374644a6aeffffba" providerId="LiveId" clId="{207D98DB-BC62-4849-9683-39DC3D4CAFC1}" dt="2024-05-14T09:05:16.380" v="61" actId="478"/>
          <ac:spMkLst>
            <pc:docMk/>
            <pc:sldMk cId="1895305231" sldId="299"/>
            <ac:spMk id="8" creationId="{93FD162C-6CB4-4B6A-9A6B-C09672D4582D}"/>
          </ac:spMkLst>
        </pc:spChg>
        <pc:spChg chg="del mod">
          <ac:chgData name="Upul Gunawardana" userId="374644a6aeffffba" providerId="LiveId" clId="{207D98DB-BC62-4849-9683-39DC3D4CAFC1}" dt="2024-05-14T09:03:41.586" v="30" actId="478"/>
          <ac:spMkLst>
            <pc:docMk/>
            <pc:sldMk cId="1895305231" sldId="299"/>
            <ac:spMk id="11" creationId="{E8076AE9-9FBF-4794-92DE-5AA77642BDBC}"/>
          </ac:spMkLst>
        </pc:spChg>
        <pc:grpChg chg="del mod">
          <ac:chgData name="Upul Gunawardana" userId="374644a6aeffffba" providerId="LiveId" clId="{207D98DB-BC62-4849-9683-39DC3D4CAFC1}" dt="2024-05-14T09:08:19.894" v="98" actId="478"/>
          <ac:grpSpMkLst>
            <pc:docMk/>
            <pc:sldMk cId="1895305231" sldId="299"/>
            <ac:grpSpMk id="3" creationId="{60411B14-D9E1-41D9-8034-E44A4EBEBA78}"/>
          </ac:grpSpMkLst>
        </pc:grpChg>
        <pc:graphicFrameChg chg="add mod modGraphic">
          <ac:chgData name="Upul Gunawardana" userId="374644a6aeffffba" providerId="LiveId" clId="{207D98DB-BC62-4849-9683-39DC3D4CAFC1}" dt="2024-05-14T09:11:36.152" v="247" actId="2711"/>
          <ac:graphicFrameMkLst>
            <pc:docMk/>
            <pc:sldMk cId="1895305231" sldId="299"/>
            <ac:graphicFrameMk id="7" creationId="{46BC970B-9899-57A7-78B0-B75E3757B738}"/>
          </ac:graphicFrameMkLst>
        </pc:graphicFrameChg>
        <pc:picChg chg="del mod topLvl">
          <ac:chgData name="Upul Gunawardana" userId="374644a6aeffffba" providerId="LiveId" clId="{207D98DB-BC62-4849-9683-39DC3D4CAFC1}" dt="2024-05-14T09:10:35.970" v="232" actId="478"/>
          <ac:picMkLst>
            <pc:docMk/>
            <pc:sldMk cId="1895305231" sldId="299"/>
            <ac:picMk id="9" creationId="{C7AD726D-6A3A-4278-9EA5-50D83DA33F15}"/>
          </ac:picMkLst>
        </pc:picChg>
      </pc:sldChg>
      <pc:sldChg chg="modSp mod">
        <pc:chgData name="Upul Gunawardana" userId="374644a6aeffffba" providerId="LiveId" clId="{207D98DB-BC62-4849-9683-39DC3D4CAFC1}" dt="2024-05-14T08:59:08.371" v="1" actId="207"/>
        <pc:sldMkLst>
          <pc:docMk/>
          <pc:sldMk cId="493071822" sldId="300"/>
        </pc:sldMkLst>
        <pc:spChg chg="mod">
          <ac:chgData name="Upul Gunawardana" userId="374644a6aeffffba" providerId="LiveId" clId="{207D98DB-BC62-4849-9683-39DC3D4CAFC1}" dt="2024-05-14T08:59:08.371" v="1" actId="207"/>
          <ac:spMkLst>
            <pc:docMk/>
            <pc:sldMk cId="493071822" sldId="300"/>
            <ac:spMk id="10" creationId="{CD03A40D-9FF5-4A3D-814D-0CFAC87563DE}"/>
          </ac:spMkLst>
        </pc:spChg>
        <pc:graphicFrameChg chg="mod">
          <ac:chgData name="Upul Gunawardana" userId="374644a6aeffffba" providerId="LiveId" clId="{207D98DB-BC62-4849-9683-39DC3D4CAFC1}" dt="2024-05-14T08:59:04.300" v="0" actId="207"/>
          <ac:graphicFrameMkLst>
            <pc:docMk/>
            <pc:sldMk cId="493071822" sldId="300"/>
            <ac:graphicFrameMk id="8" creationId="{34D17E0C-18E9-432E-9E7C-C790C31E1ADD}"/>
          </ac:graphicFrameMkLst>
        </pc:graphicFrameChg>
      </pc:sldChg>
      <pc:sldChg chg="modSp mod">
        <pc:chgData name="Upul Gunawardana" userId="374644a6aeffffba" providerId="LiveId" clId="{207D98DB-BC62-4849-9683-39DC3D4CAFC1}" dt="2024-05-14T09:03:05.262" v="24" actId="1076"/>
        <pc:sldMkLst>
          <pc:docMk/>
          <pc:sldMk cId="1606382114" sldId="303"/>
        </pc:sldMkLst>
        <pc:spChg chg="mod">
          <ac:chgData name="Upul Gunawardana" userId="374644a6aeffffba" providerId="LiveId" clId="{207D98DB-BC62-4849-9683-39DC3D4CAFC1}" dt="2024-05-14T09:02:23.014" v="15" actId="404"/>
          <ac:spMkLst>
            <pc:docMk/>
            <pc:sldMk cId="1606382114" sldId="303"/>
            <ac:spMk id="6" creationId="{48BCBE05-6EFC-7894-3656-B4F3AEDAEE41}"/>
          </ac:spMkLst>
        </pc:spChg>
        <pc:graphicFrameChg chg="mod modGraphic">
          <ac:chgData name="Upul Gunawardana" userId="374644a6aeffffba" providerId="LiveId" clId="{207D98DB-BC62-4849-9683-39DC3D4CAFC1}" dt="2024-05-14T09:03:05.262" v="24" actId="1076"/>
          <ac:graphicFrameMkLst>
            <pc:docMk/>
            <pc:sldMk cId="1606382114" sldId="303"/>
            <ac:graphicFrameMk id="3" creationId="{10259967-D40C-3D50-E220-8EE8AFEC3A99}"/>
          </ac:graphicFrameMkLst>
        </pc:graphicFrameChg>
      </pc:sldChg>
      <pc:sldChg chg="addSp delSp modSp mod">
        <pc:chgData name="Upul Gunawardana" userId="374644a6aeffffba" providerId="LiveId" clId="{207D98DB-BC62-4849-9683-39DC3D4CAFC1}" dt="2024-05-14T11:18:55.803" v="372" actId="20577"/>
        <pc:sldMkLst>
          <pc:docMk/>
          <pc:sldMk cId="3417761611" sldId="310"/>
        </pc:sldMkLst>
        <pc:spChg chg="del mod">
          <ac:chgData name="Upul Gunawardana" userId="374644a6aeffffba" providerId="LiveId" clId="{207D98DB-BC62-4849-9683-39DC3D4CAFC1}" dt="2024-05-14T11:17:09.203" v="312" actId="478"/>
          <ac:spMkLst>
            <pc:docMk/>
            <pc:sldMk cId="3417761611" sldId="310"/>
            <ac:spMk id="2" creationId="{CCA020EB-E874-4690-8D86-2DF0D7401D15}"/>
          </ac:spMkLst>
        </pc:spChg>
        <pc:spChg chg="add del mod">
          <ac:chgData name="Upul Gunawardana" userId="374644a6aeffffba" providerId="LiveId" clId="{207D98DB-BC62-4849-9683-39DC3D4CAFC1}" dt="2024-05-14T11:17:21.663" v="315" actId="478"/>
          <ac:spMkLst>
            <pc:docMk/>
            <pc:sldMk cId="3417761611" sldId="310"/>
            <ac:spMk id="4" creationId="{43616B14-9137-C90F-8B0E-C18674DB2B34}"/>
          </ac:spMkLst>
        </pc:spChg>
        <pc:spChg chg="add mod">
          <ac:chgData name="Upul Gunawardana" userId="374644a6aeffffba" providerId="LiveId" clId="{207D98DB-BC62-4849-9683-39DC3D4CAFC1}" dt="2024-05-14T11:18:55.803" v="372" actId="20577"/>
          <ac:spMkLst>
            <pc:docMk/>
            <pc:sldMk cId="3417761611" sldId="310"/>
            <ac:spMk id="7" creationId="{2E61F2BB-7ABB-195E-CE5B-92EF546D8DD2}"/>
          </ac:spMkLst>
        </pc:spChg>
      </pc:sldChg>
      <pc:sldChg chg="modSp mod">
        <pc:chgData name="Upul Gunawardana" userId="374644a6aeffffba" providerId="LiveId" clId="{207D98DB-BC62-4849-9683-39DC3D4CAFC1}" dt="2024-05-14T11:35:10.744" v="519" actId="179"/>
        <pc:sldMkLst>
          <pc:docMk/>
          <pc:sldMk cId="1016039416" sldId="329"/>
        </pc:sldMkLst>
        <pc:spChg chg="mod">
          <ac:chgData name="Upul Gunawardana" userId="374644a6aeffffba" providerId="LiveId" clId="{207D98DB-BC62-4849-9683-39DC3D4CAFC1}" dt="2024-05-14T11:35:10.744" v="519" actId="179"/>
          <ac:spMkLst>
            <pc:docMk/>
            <pc:sldMk cId="1016039416" sldId="329"/>
            <ac:spMk id="3" creationId="{17FFD5DA-DD52-48BC-91FD-5DFD6258AA33}"/>
          </ac:spMkLst>
        </pc:spChg>
      </pc:sldChg>
      <pc:sldChg chg="addSp delSp modSp new mod setBg modShow chgLayout">
        <pc:chgData name="Upul Gunawardana" userId="374644a6aeffffba" providerId="LiveId" clId="{207D98DB-BC62-4849-9683-39DC3D4CAFC1}" dt="2024-05-14T11:29:52.194" v="457" actId="729"/>
        <pc:sldMkLst>
          <pc:docMk/>
          <pc:sldMk cId="3336274607" sldId="359"/>
        </pc:sldMkLst>
        <pc:spChg chg="del">
          <ac:chgData name="Upul Gunawardana" userId="374644a6aeffffba" providerId="LiveId" clId="{207D98DB-BC62-4849-9683-39DC3D4CAFC1}" dt="2024-05-14T11:20:11.208" v="374" actId="700"/>
          <ac:spMkLst>
            <pc:docMk/>
            <pc:sldMk cId="3336274607" sldId="359"/>
            <ac:spMk id="2" creationId="{A90E9BE4-8074-1F39-9502-EDF51358508D}"/>
          </ac:spMkLst>
        </pc:spChg>
        <pc:spChg chg="del">
          <ac:chgData name="Upul Gunawardana" userId="374644a6aeffffba" providerId="LiveId" clId="{207D98DB-BC62-4849-9683-39DC3D4CAFC1}" dt="2024-05-14T11:20:11.208" v="374" actId="700"/>
          <ac:spMkLst>
            <pc:docMk/>
            <pc:sldMk cId="3336274607" sldId="359"/>
            <ac:spMk id="3" creationId="{06614259-4AC6-5852-F500-C81F94C144F1}"/>
          </ac:spMkLst>
        </pc:spChg>
        <pc:spChg chg="del mod ord">
          <ac:chgData name="Upul Gunawardana" userId="374644a6aeffffba" providerId="LiveId" clId="{207D98DB-BC62-4849-9683-39DC3D4CAFC1}" dt="2024-05-14T11:29:07.883" v="456" actId="478"/>
          <ac:spMkLst>
            <pc:docMk/>
            <pc:sldMk cId="3336274607" sldId="359"/>
            <ac:spMk id="4" creationId="{4C8F666C-8476-20ED-9281-52635369AF0C}"/>
          </ac:spMkLst>
        </pc:spChg>
        <pc:spChg chg="del mod ord">
          <ac:chgData name="Upul Gunawardana" userId="374644a6aeffffba" providerId="LiveId" clId="{207D98DB-BC62-4849-9683-39DC3D4CAFC1}" dt="2024-05-14T11:20:14.600" v="375" actId="478"/>
          <ac:spMkLst>
            <pc:docMk/>
            <pc:sldMk cId="3336274607" sldId="359"/>
            <ac:spMk id="5" creationId="{FB3CD7CD-C832-4EFD-71E4-77CF5FAA95E6}"/>
          </ac:spMkLst>
        </pc:spChg>
        <pc:spChg chg="mod ord">
          <ac:chgData name="Upul Gunawardana" userId="374644a6aeffffba" providerId="LiveId" clId="{207D98DB-BC62-4849-9683-39DC3D4CAFC1}" dt="2024-05-14T11:20:11.208" v="374" actId="700"/>
          <ac:spMkLst>
            <pc:docMk/>
            <pc:sldMk cId="3336274607" sldId="359"/>
            <ac:spMk id="6" creationId="{F174033E-3F6B-ABF9-70BE-5E81941A9F34}"/>
          </ac:spMkLst>
        </pc:spChg>
        <pc:spChg chg="add mod ord">
          <ac:chgData name="Upul Gunawardana" userId="374644a6aeffffba" providerId="LiveId" clId="{207D98DB-BC62-4849-9683-39DC3D4CAFC1}" dt="2024-05-14T11:20:22.116" v="377" actId="14100"/>
          <ac:spMkLst>
            <pc:docMk/>
            <pc:sldMk cId="3336274607" sldId="359"/>
            <ac:spMk id="7" creationId="{0835FD44-9752-410E-DDCD-E5D167543D75}"/>
          </ac:spMkLst>
        </pc:spChg>
        <pc:spChg chg="add del mod ord">
          <ac:chgData name="Upul Gunawardana" userId="374644a6aeffffba" providerId="LiveId" clId="{207D98DB-BC62-4849-9683-39DC3D4CAFC1}" dt="2024-05-14T11:20:37.941" v="378"/>
          <ac:spMkLst>
            <pc:docMk/>
            <pc:sldMk cId="3336274607" sldId="359"/>
            <ac:spMk id="8" creationId="{A8AD9BC6-3BBB-2E6E-3BFF-112A6634BCA1}"/>
          </ac:spMkLst>
        </pc:spChg>
        <pc:graphicFrameChg chg="add mod modGraphic">
          <ac:chgData name="Upul Gunawardana" userId="374644a6aeffffba" providerId="LiveId" clId="{207D98DB-BC62-4849-9683-39DC3D4CAFC1}" dt="2024-05-14T11:28:24.162" v="455" actId="403"/>
          <ac:graphicFrameMkLst>
            <pc:docMk/>
            <pc:sldMk cId="3336274607" sldId="359"/>
            <ac:graphicFrameMk id="9" creationId="{9DDB9DB0-C50F-99DE-B828-F5A9394603D6}"/>
          </ac:graphicFrameMkLst>
        </pc:graphicFrameChg>
      </pc:sldChg>
    </pc:docChg>
  </pc:docChgLst>
  <pc:docChgLst>
    <pc:chgData name="Upul Gunawardana" userId="d78f31a5-8ae7-4659-910b-ce777cc612cd" providerId="ADAL" clId="{4F76F036-9BB5-42E2-9AC4-DBDA63D429CC}"/>
    <pc:docChg chg="undo custSel addSld modSld">
      <pc:chgData name="Upul Gunawardana" userId="d78f31a5-8ae7-4659-910b-ce777cc612cd" providerId="ADAL" clId="{4F76F036-9BB5-42E2-9AC4-DBDA63D429CC}" dt="2022-05-26T14:04:41.036" v="348" actId="478"/>
      <pc:docMkLst>
        <pc:docMk/>
      </pc:docMkLst>
      <pc:sldChg chg="addSp delSp modSp mod">
        <pc:chgData name="Upul Gunawardana" userId="d78f31a5-8ae7-4659-910b-ce777cc612cd" providerId="ADAL" clId="{4F76F036-9BB5-42E2-9AC4-DBDA63D429CC}" dt="2022-05-26T13:34:54.604" v="142" actId="14100"/>
        <pc:sldMkLst>
          <pc:docMk/>
          <pc:sldMk cId="3717463428" sldId="292"/>
        </pc:sldMkLst>
        <pc:spChg chg="mod">
          <ac:chgData name="Upul Gunawardana" userId="d78f31a5-8ae7-4659-910b-ce777cc612cd" providerId="ADAL" clId="{4F76F036-9BB5-42E2-9AC4-DBDA63D429CC}" dt="2022-05-26T13:34:54.604" v="142" actId="14100"/>
          <ac:spMkLst>
            <pc:docMk/>
            <pc:sldMk cId="3717463428" sldId="292"/>
            <ac:spMk id="2" creationId="{CCA020EB-E874-4690-8D86-2DF0D7401D15}"/>
          </ac:spMkLst>
        </pc:spChg>
        <pc:spChg chg="add mod">
          <ac:chgData name="Upul Gunawardana" userId="d78f31a5-8ae7-4659-910b-ce777cc612cd" providerId="ADAL" clId="{4F76F036-9BB5-42E2-9AC4-DBDA63D429CC}" dt="2022-05-19T15:07:19.028" v="45" actId="478"/>
          <ac:spMkLst>
            <pc:docMk/>
            <pc:sldMk cId="3717463428" sldId="292"/>
            <ac:spMk id="6" creationId="{DE4F9F80-ABF8-144C-F6B1-33E26008DC0A}"/>
          </ac:spMkLst>
        </pc:spChg>
        <pc:picChg chg="del">
          <ac:chgData name="Upul Gunawardana" userId="d78f31a5-8ae7-4659-910b-ce777cc612cd" providerId="ADAL" clId="{4F76F036-9BB5-42E2-9AC4-DBDA63D429CC}" dt="2022-05-19T15:07:19.028" v="45" actId="478"/>
          <ac:picMkLst>
            <pc:docMk/>
            <pc:sldMk cId="3717463428" sldId="292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26T13:33:49.226" v="135" actId="14100"/>
        <pc:sldMkLst>
          <pc:docMk/>
          <pc:sldMk cId="2918334840" sldId="294"/>
        </pc:sldMkLst>
        <pc:spChg chg="mod">
          <ac:chgData name="Upul Gunawardana" userId="d78f31a5-8ae7-4659-910b-ce777cc612cd" providerId="ADAL" clId="{4F76F036-9BB5-42E2-9AC4-DBDA63D429CC}" dt="2022-05-26T13:33:49.226" v="135" actId="14100"/>
          <ac:spMkLst>
            <pc:docMk/>
            <pc:sldMk cId="2918334840" sldId="294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3:32.331" v="132" actId="478"/>
          <ac:spMkLst>
            <pc:docMk/>
            <pc:sldMk cId="2918334840" sldId="294"/>
            <ac:spMk id="10" creationId="{71EBA88F-AFB2-664E-E15A-507C043CCE82}"/>
          </ac:spMkLst>
        </pc:spChg>
        <pc:picChg chg="del">
          <ac:chgData name="Upul Gunawardana" userId="d78f31a5-8ae7-4659-910b-ce777cc612cd" providerId="ADAL" clId="{4F76F036-9BB5-42E2-9AC4-DBDA63D429CC}" dt="2022-05-19T15:07:11.962" v="43" actId="478"/>
          <ac:picMkLst>
            <pc:docMk/>
            <pc:sldMk cId="2918334840" sldId="294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19T15:06:42.642" v="37" actId="478"/>
        <pc:sldMkLst>
          <pc:docMk/>
          <pc:sldMk cId="2173462135" sldId="295"/>
        </pc:sldMkLst>
        <pc:spChg chg="add del mod">
          <ac:chgData name="Upul Gunawardana" userId="d78f31a5-8ae7-4659-910b-ce777cc612cd" providerId="ADAL" clId="{4F76F036-9BB5-42E2-9AC4-DBDA63D429CC}" dt="2022-05-19T15:06:42.642" v="37" actId="478"/>
          <ac:spMkLst>
            <pc:docMk/>
            <pc:sldMk cId="2173462135" sldId="295"/>
            <ac:spMk id="4" creationId="{94DD27D1-9B9A-50F6-D35C-0CB21392BFE0}"/>
          </ac:spMkLst>
        </pc:spChg>
        <pc:picChg chg="del">
          <ac:chgData name="Upul Gunawardana" userId="d78f31a5-8ae7-4659-910b-ce777cc612cd" providerId="ADAL" clId="{4F76F036-9BB5-42E2-9AC4-DBDA63D429CC}" dt="2022-05-19T15:06:34.815" v="36" actId="478"/>
          <ac:picMkLst>
            <pc:docMk/>
            <pc:sldMk cId="2173462135" sldId="295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19T15:25:48.665" v="93" actId="478"/>
        <pc:sldMkLst>
          <pc:docMk/>
          <pc:sldMk cId="66705858" sldId="296"/>
        </pc:sldMkLst>
        <pc:spChg chg="add mod">
          <ac:chgData name="Upul Gunawardana" userId="d78f31a5-8ae7-4659-910b-ce777cc612cd" providerId="ADAL" clId="{4F76F036-9BB5-42E2-9AC4-DBDA63D429CC}" dt="2022-05-19T15:25:48.665" v="93" actId="478"/>
          <ac:spMkLst>
            <pc:docMk/>
            <pc:sldMk cId="66705858" sldId="296"/>
            <ac:spMk id="6" creationId="{42D46BB4-5BAF-F39D-9E00-B6C90C995AE8}"/>
          </ac:spMkLst>
        </pc:spChg>
        <pc:picChg chg="del">
          <ac:chgData name="Upul Gunawardana" userId="d78f31a5-8ae7-4659-910b-ce777cc612cd" providerId="ADAL" clId="{4F76F036-9BB5-42E2-9AC4-DBDA63D429CC}" dt="2022-05-19T15:25:48.665" v="93" actId="478"/>
          <ac:picMkLst>
            <pc:docMk/>
            <pc:sldMk cId="66705858" sldId="296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26T13:34:20.527" v="139" actId="478"/>
        <pc:sldMkLst>
          <pc:docMk/>
          <pc:sldMk cId="2753838870" sldId="298"/>
        </pc:sldMkLst>
        <pc:spChg chg="mod">
          <ac:chgData name="Upul Gunawardana" userId="d78f31a5-8ae7-4659-910b-ce777cc612cd" providerId="ADAL" clId="{4F76F036-9BB5-42E2-9AC4-DBDA63D429CC}" dt="2022-05-26T13:34:15.196" v="138" actId="255"/>
          <ac:spMkLst>
            <pc:docMk/>
            <pc:sldMk cId="2753838870" sldId="298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4:20.527" v="139" actId="478"/>
          <ac:spMkLst>
            <pc:docMk/>
            <pc:sldMk cId="2753838870" sldId="298"/>
            <ac:spMk id="8" creationId="{806D7C69-9186-1883-9EA3-7855BAB7260F}"/>
          </ac:spMkLst>
        </pc:spChg>
        <pc:picChg chg="del">
          <ac:chgData name="Upul Gunawardana" userId="d78f31a5-8ae7-4659-910b-ce777cc612cd" providerId="ADAL" clId="{4F76F036-9BB5-42E2-9AC4-DBDA63D429CC}" dt="2022-05-19T15:07:15.786" v="44" actId="478"/>
          <ac:picMkLst>
            <pc:docMk/>
            <pc:sldMk cId="2753838870" sldId="298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26T13:32:25.316" v="124" actId="1076"/>
        <pc:sldMkLst>
          <pc:docMk/>
          <pc:sldMk cId="1895305231" sldId="299"/>
        </pc:sldMkLst>
        <pc:spChg chg="mod">
          <ac:chgData name="Upul Gunawardana" userId="d78f31a5-8ae7-4659-910b-ce777cc612cd" providerId="ADAL" clId="{4F76F036-9BB5-42E2-9AC4-DBDA63D429CC}" dt="2022-05-26T13:31:57.866" v="120" actId="1076"/>
          <ac:spMkLst>
            <pc:docMk/>
            <pc:sldMk cId="1895305231" sldId="299"/>
            <ac:spMk id="2" creationId="{CCA020EB-E874-4690-8D86-2DF0D7401D15}"/>
          </ac:spMkLst>
        </pc:spChg>
        <pc:spChg chg="mod">
          <ac:chgData name="Upul Gunawardana" userId="d78f31a5-8ae7-4659-910b-ce777cc612cd" providerId="ADAL" clId="{4F76F036-9BB5-42E2-9AC4-DBDA63D429CC}" dt="2022-05-26T13:32:21.145" v="123" actId="1076"/>
          <ac:spMkLst>
            <pc:docMk/>
            <pc:sldMk cId="1895305231" sldId="299"/>
            <ac:spMk id="6" creationId="{B7C65A13-6250-4B48-AEF8-854A4D8CED81}"/>
          </ac:spMkLst>
        </pc:spChg>
        <pc:spChg chg="mod">
          <ac:chgData name="Upul Gunawardana" userId="d78f31a5-8ae7-4659-910b-ce777cc612cd" providerId="ADAL" clId="{4F76F036-9BB5-42E2-9AC4-DBDA63D429CC}" dt="2022-05-26T13:32:25.316" v="124" actId="1076"/>
          <ac:spMkLst>
            <pc:docMk/>
            <pc:sldMk cId="1895305231" sldId="299"/>
            <ac:spMk id="8" creationId="{93FD162C-6CB4-4B6A-9A6B-C09672D4582D}"/>
          </ac:spMkLst>
        </pc:spChg>
        <pc:spChg chg="add del mod">
          <ac:chgData name="Upul Gunawardana" userId="d78f31a5-8ae7-4659-910b-ce777cc612cd" providerId="ADAL" clId="{4F76F036-9BB5-42E2-9AC4-DBDA63D429CC}" dt="2022-05-26T13:32:11.308" v="122" actId="478"/>
          <ac:spMkLst>
            <pc:docMk/>
            <pc:sldMk cId="1895305231" sldId="299"/>
            <ac:spMk id="10" creationId="{30AD0C36-083A-FE41-3148-6EE8497F035F}"/>
          </ac:spMkLst>
        </pc:spChg>
        <pc:picChg chg="del">
          <ac:chgData name="Upul Gunawardana" userId="d78f31a5-8ae7-4659-910b-ce777cc612cd" providerId="ADAL" clId="{4F76F036-9BB5-42E2-9AC4-DBDA63D429CC}" dt="2022-05-19T15:07:03.142" v="40" actId="478"/>
          <ac:picMkLst>
            <pc:docMk/>
            <pc:sldMk cId="1895305231" sldId="299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26T13:32:59.527" v="131" actId="478"/>
        <pc:sldMkLst>
          <pc:docMk/>
          <pc:sldMk cId="493071822" sldId="300"/>
        </pc:sldMkLst>
        <pc:spChg chg="mod">
          <ac:chgData name="Upul Gunawardana" userId="d78f31a5-8ae7-4659-910b-ce777cc612cd" providerId="ADAL" clId="{4F76F036-9BB5-42E2-9AC4-DBDA63D429CC}" dt="2022-05-26T13:32:52.797" v="130" actId="14100"/>
          <ac:spMkLst>
            <pc:docMk/>
            <pc:sldMk cId="493071822" sldId="300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2:59.527" v="131" actId="478"/>
          <ac:spMkLst>
            <pc:docMk/>
            <pc:sldMk cId="493071822" sldId="300"/>
            <ac:spMk id="9" creationId="{07D30096-8C0D-2E9F-2026-2AA23B1DA692}"/>
          </ac:spMkLst>
        </pc:spChg>
        <pc:picChg chg="del mod">
          <ac:chgData name="Upul Gunawardana" userId="d78f31a5-8ae7-4659-910b-ce777cc612cd" providerId="ADAL" clId="{4F76F036-9BB5-42E2-9AC4-DBDA63D429CC}" dt="2022-05-19T15:07:06.809" v="42" actId="478"/>
          <ac:picMkLst>
            <pc:docMk/>
            <pc:sldMk cId="493071822" sldId="300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26T13:29:37.770" v="109" actId="478"/>
        <pc:sldMkLst>
          <pc:docMk/>
          <pc:sldMk cId="1900838102" sldId="301"/>
        </pc:sldMkLst>
        <pc:spChg chg="mod">
          <ac:chgData name="Upul Gunawardana" userId="d78f31a5-8ae7-4659-910b-ce777cc612cd" providerId="ADAL" clId="{4F76F036-9BB5-42E2-9AC4-DBDA63D429CC}" dt="2022-05-26T13:29:33.722" v="108" actId="14100"/>
          <ac:spMkLst>
            <pc:docMk/>
            <pc:sldMk cId="1900838102" sldId="301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29:37.770" v="109" actId="478"/>
          <ac:spMkLst>
            <pc:docMk/>
            <pc:sldMk cId="1900838102" sldId="301"/>
            <ac:spMk id="4" creationId="{F525969D-6E3A-6BD4-21BA-32CC53F704D9}"/>
          </ac:spMkLst>
        </pc:spChg>
        <pc:picChg chg="del">
          <ac:chgData name="Upul Gunawardana" userId="d78f31a5-8ae7-4659-910b-ce777cc612cd" providerId="ADAL" clId="{4F76F036-9BB5-42E2-9AC4-DBDA63D429CC}" dt="2022-05-19T15:06:23.451" v="34" actId="478"/>
          <ac:picMkLst>
            <pc:docMk/>
            <pc:sldMk cId="1900838102" sldId="301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26T13:29:53.200" v="111" actId="14100"/>
        <pc:sldMkLst>
          <pc:docMk/>
          <pc:sldMk cId="2034452568" sldId="302"/>
        </pc:sldMkLst>
        <pc:spChg chg="mod">
          <ac:chgData name="Upul Gunawardana" userId="d78f31a5-8ae7-4659-910b-ce777cc612cd" providerId="ADAL" clId="{4F76F036-9BB5-42E2-9AC4-DBDA63D429CC}" dt="2022-05-26T13:29:53.200" v="111" actId="14100"/>
          <ac:spMkLst>
            <pc:docMk/>
            <pc:sldMk cId="2034452568" sldId="302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06:57.717" v="39" actId="478"/>
          <ac:spMkLst>
            <pc:docMk/>
            <pc:sldMk cId="2034452568" sldId="302"/>
            <ac:spMk id="8" creationId="{41EE9D5D-9F56-AAB6-CBDD-9DBFA894F043}"/>
          </ac:spMkLst>
        </pc:spChg>
        <pc:picChg chg="del">
          <ac:chgData name="Upul Gunawardana" userId="d78f31a5-8ae7-4659-910b-ce777cc612cd" providerId="ADAL" clId="{4F76F036-9BB5-42E2-9AC4-DBDA63D429CC}" dt="2022-05-19T15:06:19.874" v="33" actId="478"/>
          <ac:picMkLst>
            <pc:docMk/>
            <pc:sldMk cId="2034452568" sldId="302"/>
            <ac:picMk id="7" creationId="{F513D46B-113E-4705-8F69-598CC0C3861B}"/>
          </ac:picMkLst>
        </pc:picChg>
      </pc:sldChg>
      <pc:sldChg chg="addSp delSp modSp mod">
        <pc:chgData name="Upul Gunawardana" userId="d78f31a5-8ae7-4659-910b-ce777cc612cd" providerId="ADAL" clId="{4F76F036-9BB5-42E2-9AC4-DBDA63D429CC}" dt="2022-05-26T13:31:01.681" v="112" actId="14100"/>
        <pc:sldMkLst>
          <pc:docMk/>
          <pc:sldMk cId="1606382114" sldId="303"/>
        </pc:sldMkLst>
        <pc:spChg chg="mod">
          <ac:chgData name="Upul Gunawardana" userId="d78f31a5-8ae7-4659-910b-ce777cc612cd" providerId="ADAL" clId="{4F76F036-9BB5-42E2-9AC4-DBDA63D429CC}" dt="2022-05-26T13:31:01.681" v="112" actId="14100"/>
          <ac:spMkLst>
            <pc:docMk/>
            <pc:sldMk cId="1606382114" sldId="303"/>
            <ac:spMk id="2" creationId="{CCA020EB-E874-4690-8D86-2DF0D7401D15}"/>
          </ac:spMkLst>
        </pc:spChg>
        <pc:spChg chg="add mod">
          <ac:chgData name="Upul Gunawardana" userId="d78f31a5-8ae7-4659-910b-ce777cc612cd" providerId="ADAL" clId="{4F76F036-9BB5-42E2-9AC4-DBDA63D429CC}" dt="2022-05-19T15:06:28.830" v="35" actId="478"/>
          <ac:spMkLst>
            <pc:docMk/>
            <pc:sldMk cId="1606382114" sldId="303"/>
            <ac:spMk id="4" creationId="{9356D616-81EA-01B6-D8B9-371C421C583A}"/>
          </ac:spMkLst>
        </pc:spChg>
        <pc:picChg chg="del">
          <ac:chgData name="Upul Gunawardana" userId="d78f31a5-8ae7-4659-910b-ce777cc612cd" providerId="ADAL" clId="{4F76F036-9BB5-42E2-9AC4-DBDA63D429CC}" dt="2022-05-19T15:06:28.830" v="35" actId="478"/>
          <ac:picMkLst>
            <pc:docMk/>
            <pc:sldMk cId="1606382114" sldId="303"/>
            <ac:picMk id="7" creationId="{F513D46B-113E-4705-8F69-598CC0C3861B}"/>
          </ac:picMkLst>
        </pc:picChg>
      </pc:sldChg>
      <pc:sldChg chg="add">
        <pc:chgData name="Upul Gunawardana" userId="d78f31a5-8ae7-4659-910b-ce777cc612cd" providerId="ADAL" clId="{4F76F036-9BB5-42E2-9AC4-DBDA63D429CC}" dt="2022-05-19T14:58:34.162" v="0"/>
        <pc:sldMkLst>
          <pc:docMk/>
          <pc:sldMk cId="758210368" sldId="304"/>
        </pc:sldMkLst>
      </pc:sldChg>
      <pc:sldChg chg="addSp delSp modSp add mod">
        <pc:chgData name="Upul Gunawardana" userId="d78f31a5-8ae7-4659-910b-ce777cc612cd" providerId="ADAL" clId="{4F76F036-9BB5-42E2-9AC4-DBDA63D429CC}" dt="2022-05-26T13:35:37.595" v="148" actId="14100"/>
        <pc:sldMkLst>
          <pc:docMk/>
          <pc:sldMk cId="852733363" sldId="305"/>
        </pc:sldMkLst>
        <pc:spChg chg="mod">
          <ac:chgData name="Upul Gunawardana" userId="d78f31a5-8ae7-4659-910b-ce777cc612cd" providerId="ADAL" clId="{4F76F036-9BB5-42E2-9AC4-DBDA63D429CC}" dt="2022-05-26T13:35:37.595" v="148" actId="14100"/>
          <ac:spMkLst>
            <pc:docMk/>
            <pc:sldMk cId="852733363" sldId="305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5:05.643" v="85" actId="478"/>
          <ac:spMkLst>
            <pc:docMk/>
            <pc:sldMk cId="852733363" sldId="305"/>
            <ac:spMk id="4" creationId="{77A2CAB8-BC99-E46E-FA14-C08669650495}"/>
          </ac:spMkLst>
        </pc:spChg>
        <pc:spChg chg="mod">
          <ac:chgData name="Upul Gunawardana" userId="d78f31a5-8ae7-4659-910b-ce777cc612cd" providerId="ADAL" clId="{4F76F036-9BB5-42E2-9AC4-DBDA63D429CC}" dt="2022-05-26T13:35:13.145" v="143" actId="1076"/>
          <ac:spMkLst>
            <pc:docMk/>
            <pc:sldMk cId="852733363" sldId="305"/>
            <ac:spMk id="6" creationId="{ADF60B4E-9E94-4F1B-BA64-728578CA2E3C}"/>
          </ac:spMkLst>
        </pc:spChg>
        <pc:picChg chg="del">
          <ac:chgData name="Upul Gunawardana" userId="d78f31a5-8ae7-4659-910b-ce777cc612cd" providerId="ADAL" clId="{4F76F036-9BB5-42E2-9AC4-DBDA63D429CC}" dt="2022-05-19T15:24:57.499" v="84" actId="478"/>
          <ac:picMkLst>
            <pc:docMk/>
            <pc:sldMk cId="852733363" sldId="305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35:50.945" v="149" actId="14100"/>
        <pc:sldMkLst>
          <pc:docMk/>
          <pc:sldMk cId="3062573951" sldId="306"/>
        </pc:sldMkLst>
        <pc:spChg chg="mod">
          <ac:chgData name="Upul Gunawardana" userId="d78f31a5-8ae7-4659-910b-ce777cc612cd" providerId="ADAL" clId="{4F76F036-9BB5-42E2-9AC4-DBDA63D429CC}" dt="2022-05-26T13:35:50.945" v="149" actId="14100"/>
          <ac:spMkLst>
            <pc:docMk/>
            <pc:sldMk cId="3062573951" sldId="306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4:49.001" v="83" actId="478"/>
          <ac:spMkLst>
            <pc:docMk/>
            <pc:sldMk cId="3062573951" sldId="306"/>
            <ac:spMk id="6" creationId="{B48A832B-73D0-BA6A-D14C-671AB9F3DDCE}"/>
          </ac:spMkLst>
        </pc:spChg>
        <pc:picChg chg="del">
          <ac:chgData name="Upul Gunawardana" userId="d78f31a5-8ae7-4659-910b-ce777cc612cd" providerId="ADAL" clId="{4F76F036-9BB5-42E2-9AC4-DBDA63D429CC}" dt="2022-05-19T15:24:39.433" v="81" actId="478"/>
          <ac:picMkLst>
            <pc:docMk/>
            <pc:sldMk cId="3062573951" sldId="306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37:02.942" v="155" actId="255"/>
        <pc:sldMkLst>
          <pc:docMk/>
          <pc:sldMk cId="2847088602" sldId="307"/>
        </pc:sldMkLst>
        <pc:spChg chg="mod">
          <ac:chgData name="Upul Gunawardana" userId="d78f31a5-8ae7-4659-910b-ce777cc612cd" providerId="ADAL" clId="{4F76F036-9BB5-42E2-9AC4-DBDA63D429CC}" dt="2022-05-26T13:37:02.942" v="155" actId="255"/>
          <ac:spMkLst>
            <pc:docMk/>
            <pc:sldMk cId="2847088602" sldId="307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6:46.373" v="152" actId="478"/>
          <ac:spMkLst>
            <pc:docMk/>
            <pc:sldMk cId="2847088602" sldId="307"/>
            <ac:spMk id="4" creationId="{870FAA7B-EA58-6F5C-ADBC-DA3F24DEC223}"/>
          </ac:spMkLst>
        </pc:spChg>
        <pc:spChg chg="mod">
          <ac:chgData name="Upul Gunawardana" userId="d78f31a5-8ae7-4659-910b-ce777cc612cd" providerId="ADAL" clId="{4F76F036-9BB5-42E2-9AC4-DBDA63D429CC}" dt="2022-05-26T13:36:55.261" v="154" actId="20577"/>
          <ac:spMkLst>
            <pc:docMk/>
            <pc:sldMk cId="2847088602" sldId="307"/>
            <ac:spMk id="10" creationId="{D0A7351B-0A11-43D5-870C-B98C23F8E2BA}"/>
          </ac:spMkLst>
        </pc:spChg>
        <pc:picChg chg="del">
          <ac:chgData name="Upul Gunawardana" userId="d78f31a5-8ae7-4659-910b-ce777cc612cd" providerId="ADAL" clId="{4F76F036-9BB5-42E2-9AC4-DBDA63D429CC}" dt="2022-05-19T15:07:25.169" v="46" actId="478"/>
          <ac:picMkLst>
            <pc:docMk/>
            <pc:sldMk cId="2847088602" sldId="307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38:09.793" v="162" actId="1076"/>
        <pc:sldMkLst>
          <pc:docMk/>
          <pc:sldMk cId="183209595" sldId="308"/>
        </pc:sldMkLst>
        <pc:spChg chg="mod">
          <ac:chgData name="Upul Gunawardana" userId="d78f31a5-8ae7-4659-910b-ce777cc612cd" providerId="ADAL" clId="{4F76F036-9BB5-42E2-9AC4-DBDA63D429CC}" dt="2022-05-26T13:37:33.410" v="159" actId="14100"/>
          <ac:spMkLst>
            <pc:docMk/>
            <pc:sldMk cId="183209595" sldId="308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7:55.021" v="161" actId="478"/>
          <ac:spMkLst>
            <pc:docMk/>
            <pc:sldMk cId="183209595" sldId="308"/>
            <ac:spMk id="6" creationId="{3EF40D20-D9AD-0446-B159-D9D8F4AA4AEC}"/>
          </ac:spMkLst>
        </pc:spChg>
        <pc:grpChg chg="mod">
          <ac:chgData name="Upul Gunawardana" userId="d78f31a5-8ae7-4659-910b-ce777cc612cd" providerId="ADAL" clId="{4F76F036-9BB5-42E2-9AC4-DBDA63D429CC}" dt="2022-05-26T13:38:09.793" v="162" actId="1076"/>
          <ac:grpSpMkLst>
            <pc:docMk/>
            <pc:sldMk cId="183209595" sldId="308"/>
            <ac:grpSpMk id="3" creationId="{41FCE07F-6291-4DD5-B8BD-E866662021B1}"/>
          </ac:grpSpMkLst>
        </pc:grpChg>
        <pc:picChg chg="del">
          <ac:chgData name="Upul Gunawardana" userId="d78f31a5-8ae7-4659-910b-ce777cc612cd" providerId="ADAL" clId="{4F76F036-9BB5-42E2-9AC4-DBDA63D429CC}" dt="2022-05-19T15:07:28.162" v="47" actId="478"/>
          <ac:picMkLst>
            <pc:docMk/>
            <pc:sldMk cId="183209595" sldId="308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38:28.997" v="166" actId="255"/>
        <pc:sldMkLst>
          <pc:docMk/>
          <pc:sldMk cId="4219701274" sldId="309"/>
        </pc:sldMkLst>
        <pc:spChg chg="mod">
          <ac:chgData name="Upul Gunawardana" userId="d78f31a5-8ae7-4659-910b-ce777cc612cd" providerId="ADAL" clId="{4F76F036-9BB5-42E2-9AC4-DBDA63D429CC}" dt="2022-05-26T13:38:28.997" v="166" actId="255"/>
          <ac:spMkLst>
            <pc:docMk/>
            <pc:sldMk cId="4219701274" sldId="309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8:17.565" v="163" actId="478"/>
          <ac:spMkLst>
            <pc:docMk/>
            <pc:sldMk cId="4219701274" sldId="309"/>
            <ac:spMk id="6" creationId="{07C58456-7283-3B37-DA8F-00B5939358A4}"/>
          </ac:spMkLst>
        </pc:spChg>
        <pc:picChg chg="del">
          <ac:chgData name="Upul Gunawardana" userId="d78f31a5-8ae7-4659-910b-ce777cc612cd" providerId="ADAL" clId="{4F76F036-9BB5-42E2-9AC4-DBDA63D429CC}" dt="2022-05-19T15:25:12.801" v="86" actId="478"/>
          <ac:picMkLst>
            <pc:docMk/>
            <pc:sldMk cId="4219701274" sldId="309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38:54.086" v="171" actId="255"/>
        <pc:sldMkLst>
          <pc:docMk/>
          <pc:sldMk cId="3417761611" sldId="310"/>
        </pc:sldMkLst>
        <pc:spChg chg="mod">
          <ac:chgData name="Upul Gunawardana" userId="d78f31a5-8ae7-4659-910b-ce777cc612cd" providerId="ADAL" clId="{4F76F036-9BB5-42E2-9AC4-DBDA63D429CC}" dt="2022-05-26T13:38:54.086" v="171" actId="255"/>
          <ac:spMkLst>
            <pc:docMk/>
            <pc:sldMk cId="3417761611" sldId="310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8:40.606" v="167" actId="478"/>
          <ac:spMkLst>
            <pc:docMk/>
            <pc:sldMk cId="3417761611" sldId="310"/>
            <ac:spMk id="6" creationId="{D4CB7877-533B-C577-21B8-5A0100A1C067}"/>
          </ac:spMkLst>
        </pc:spChg>
        <pc:picChg chg="del">
          <ac:chgData name="Upul Gunawardana" userId="d78f31a5-8ae7-4659-910b-ce777cc612cd" providerId="ADAL" clId="{4F76F036-9BB5-42E2-9AC4-DBDA63D429CC}" dt="2022-05-19T15:25:16.716" v="87" actId="478"/>
          <ac:picMkLst>
            <pc:docMk/>
            <pc:sldMk cId="3417761611" sldId="310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39:30.779" v="176" actId="14100"/>
        <pc:sldMkLst>
          <pc:docMk/>
          <pc:sldMk cId="745318410" sldId="311"/>
        </pc:sldMkLst>
        <pc:spChg chg="mod">
          <ac:chgData name="Upul Gunawardana" userId="d78f31a5-8ae7-4659-910b-ce777cc612cd" providerId="ADAL" clId="{4F76F036-9BB5-42E2-9AC4-DBDA63D429CC}" dt="2022-05-26T13:39:30.779" v="176" actId="14100"/>
          <ac:spMkLst>
            <pc:docMk/>
            <pc:sldMk cId="745318410" sldId="311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9:16.359" v="172" actId="478"/>
          <ac:spMkLst>
            <pc:docMk/>
            <pc:sldMk cId="745318410" sldId="311"/>
            <ac:spMk id="6" creationId="{D573C618-69E9-4273-C8C9-E36216D2E9E0}"/>
          </ac:spMkLst>
        </pc:spChg>
        <pc:picChg chg="del">
          <ac:chgData name="Upul Gunawardana" userId="d78f31a5-8ae7-4659-910b-ce777cc612cd" providerId="ADAL" clId="{4F76F036-9BB5-42E2-9AC4-DBDA63D429CC}" dt="2022-05-19T15:25:20.224" v="88" actId="478"/>
          <ac:picMkLst>
            <pc:docMk/>
            <pc:sldMk cId="745318410" sldId="311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39:59.967" v="180" actId="255"/>
        <pc:sldMkLst>
          <pc:docMk/>
          <pc:sldMk cId="2819074094" sldId="312"/>
        </pc:sldMkLst>
        <pc:spChg chg="mod">
          <ac:chgData name="Upul Gunawardana" userId="d78f31a5-8ae7-4659-910b-ce777cc612cd" providerId="ADAL" clId="{4F76F036-9BB5-42E2-9AC4-DBDA63D429CC}" dt="2022-05-26T13:39:59.967" v="180" actId="255"/>
          <ac:spMkLst>
            <pc:docMk/>
            <pc:sldMk cId="2819074094" sldId="312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39:42.842" v="177" actId="478"/>
          <ac:spMkLst>
            <pc:docMk/>
            <pc:sldMk cId="2819074094" sldId="312"/>
            <ac:spMk id="6" creationId="{CE10F41D-A5D5-B397-973F-4207FC4FAEFD}"/>
          </ac:spMkLst>
        </pc:spChg>
        <pc:picChg chg="del">
          <ac:chgData name="Upul Gunawardana" userId="d78f31a5-8ae7-4659-910b-ce777cc612cd" providerId="ADAL" clId="{4F76F036-9BB5-42E2-9AC4-DBDA63D429CC}" dt="2022-05-19T15:07:31.762" v="48" actId="478"/>
          <ac:picMkLst>
            <pc:docMk/>
            <pc:sldMk cId="2819074094" sldId="312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0:50.499" v="192" actId="478"/>
        <pc:sldMkLst>
          <pc:docMk/>
          <pc:sldMk cId="3048182181" sldId="313"/>
        </pc:sldMkLst>
        <pc:spChg chg="mod">
          <ac:chgData name="Upul Gunawardana" userId="d78f31a5-8ae7-4659-910b-ce777cc612cd" providerId="ADAL" clId="{4F76F036-9BB5-42E2-9AC4-DBDA63D429CC}" dt="2022-05-26T13:40:26.241" v="184" actId="14100"/>
          <ac:spMkLst>
            <pc:docMk/>
            <pc:sldMk cId="3048182181" sldId="313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40:46.655" v="191" actId="21"/>
          <ac:spMkLst>
            <pc:docMk/>
            <pc:sldMk cId="3048182181" sldId="313"/>
            <ac:spMk id="3" creationId="{17FFD5DA-DD52-48BC-91FD-5DFD6258AA33}"/>
          </ac:spMkLst>
        </pc:spChg>
        <pc:spChg chg="add del mod">
          <ac:chgData name="Upul Gunawardana" userId="d78f31a5-8ae7-4659-910b-ce777cc612cd" providerId="ADAL" clId="{4F76F036-9BB5-42E2-9AC4-DBDA63D429CC}" dt="2022-05-26T13:40:50.499" v="192" actId="478"/>
          <ac:spMkLst>
            <pc:docMk/>
            <pc:sldMk cId="3048182181" sldId="313"/>
            <ac:spMk id="6" creationId="{731ADCF9-F106-2FCB-AD5E-43190774F94A}"/>
          </ac:spMkLst>
        </pc:spChg>
        <pc:picChg chg="del">
          <ac:chgData name="Upul Gunawardana" userId="d78f31a5-8ae7-4659-910b-ce777cc612cd" providerId="ADAL" clId="{4F76F036-9BB5-42E2-9AC4-DBDA63D429CC}" dt="2022-05-19T15:25:26.750" v="89" actId="478"/>
          <ac:picMkLst>
            <pc:docMk/>
            <pc:sldMk cId="3048182181" sldId="313"/>
            <ac:picMk id="7" creationId="{F513D46B-113E-4705-8F69-598CC0C3861B}"/>
          </ac:picMkLst>
        </pc:picChg>
      </pc:sldChg>
      <pc:sldChg chg="add">
        <pc:chgData name="Upul Gunawardana" userId="d78f31a5-8ae7-4659-910b-ce777cc612cd" providerId="ADAL" clId="{4F76F036-9BB5-42E2-9AC4-DBDA63D429CC}" dt="2022-05-19T15:01:11.658" v="1"/>
        <pc:sldMkLst>
          <pc:docMk/>
          <pc:sldMk cId="1793193482" sldId="314"/>
        </pc:sldMkLst>
      </pc:sldChg>
      <pc:sldChg chg="addSp delSp modSp add mod">
        <pc:chgData name="Upul Gunawardana" userId="d78f31a5-8ae7-4659-910b-ce777cc612cd" providerId="ADAL" clId="{4F76F036-9BB5-42E2-9AC4-DBDA63D429CC}" dt="2022-05-26T14:04:41.036" v="348" actId="478"/>
        <pc:sldMkLst>
          <pc:docMk/>
          <pc:sldMk cId="2467458775" sldId="315"/>
        </pc:sldMkLst>
        <pc:spChg chg="mod">
          <ac:chgData name="Upul Gunawardana" userId="d78f31a5-8ae7-4659-910b-ce777cc612cd" providerId="ADAL" clId="{4F76F036-9BB5-42E2-9AC4-DBDA63D429CC}" dt="2022-05-26T14:04:37.883" v="347" actId="255"/>
          <ac:spMkLst>
            <pc:docMk/>
            <pc:sldMk cId="2467458775" sldId="315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4:41.036" v="348" actId="478"/>
          <ac:spMkLst>
            <pc:docMk/>
            <pc:sldMk cId="2467458775" sldId="315"/>
            <ac:spMk id="4" creationId="{D294D5CF-1D80-73B1-6F90-8F94E2D4FBD3}"/>
          </ac:spMkLst>
        </pc:spChg>
        <pc:picChg chg="del">
          <ac:chgData name="Upul Gunawardana" userId="d78f31a5-8ae7-4659-910b-ce777cc612cd" providerId="ADAL" clId="{4F76F036-9BB5-42E2-9AC4-DBDA63D429CC}" dt="2022-05-19T15:25:30.934" v="90" actId="478"/>
          <ac:picMkLst>
            <pc:docMk/>
            <pc:sldMk cId="2467458775" sldId="315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4:19.008" v="344" actId="478"/>
        <pc:sldMkLst>
          <pc:docMk/>
          <pc:sldMk cId="158365919" sldId="316"/>
        </pc:sldMkLst>
        <pc:spChg chg="mod">
          <ac:chgData name="Upul Gunawardana" userId="d78f31a5-8ae7-4659-910b-ce777cc612cd" providerId="ADAL" clId="{4F76F036-9BB5-42E2-9AC4-DBDA63D429CC}" dt="2022-05-26T14:04:16.177" v="343" actId="255"/>
          <ac:spMkLst>
            <pc:docMk/>
            <pc:sldMk cId="158365919" sldId="316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4:19.008" v="344" actId="478"/>
          <ac:spMkLst>
            <pc:docMk/>
            <pc:sldMk cId="158365919" sldId="316"/>
            <ac:spMk id="4" creationId="{5799BE77-8541-0373-9E04-17E00EEE412C}"/>
          </ac:spMkLst>
        </pc:spChg>
        <pc:picChg chg="del">
          <ac:chgData name="Upul Gunawardana" userId="d78f31a5-8ae7-4659-910b-ce777cc612cd" providerId="ADAL" clId="{4F76F036-9BB5-42E2-9AC4-DBDA63D429CC}" dt="2022-05-19T15:07:35.384" v="49" actId="478"/>
          <ac:picMkLst>
            <pc:docMk/>
            <pc:sldMk cId="158365919" sldId="316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4:03.436" v="340" actId="14100"/>
        <pc:sldMkLst>
          <pc:docMk/>
          <pc:sldMk cId="3243191069" sldId="317"/>
        </pc:sldMkLst>
        <pc:spChg chg="mod">
          <ac:chgData name="Upul Gunawardana" userId="d78f31a5-8ae7-4659-910b-ce777cc612cd" providerId="ADAL" clId="{4F76F036-9BB5-42E2-9AC4-DBDA63D429CC}" dt="2022-05-26T14:04:03.436" v="340" actId="14100"/>
          <ac:spMkLst>
            <pc:docMk/>
            <pc:sldMk cId="3243191069" sldId="317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3:53.380" v="337" actId="478"/>
          <ac:spMkLst>
            <pc:docMk/>
            <pc:sldMk cId="3243191069" sldId="317"/>
            <ac:spMk id="4" creationId="{B4F420AB-586B-63E0-604B-C8B562174819}"/>
          </ac:spMkLst>
        </pc:spChg>
        <pc:picChg chg="del">
          <ac:chgData name="Upul Gunawardana" userId="d78f31a5-8ae7-4659-910b-ce777cc612cd" providerId="ADAL" clId="{4F76F036-9BB5-42E2-9AC4-DBDA63D429CC}" dt="2022-05-19T15:25:34.755" v="91" actId="478"/>
          <ac:picMkLst>
            <pc:docMk/>
            <pc:sldMk cId="3243191069" sldId="317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3:47.242" v="336" actId="255"/>
        <pc:sldMkLst>
          <pc:docMk/>
          <pc:sldMk cId="3523230868" sldId="318"/>
        </pc:sldMkLst>
        <pc:spChg chg="mod">
          <ac:chgData name="Upul Gunawardana" userId="d78f31a5-8ae7-4659-910b-ce777cc612cd" providerId="ADAL" clId="{4F76F036-9BB5-42E2-9AC4-DBDA63D429CC}" dt="2022-05-26T14:03:47.242" v="336" actId="255"/>
          <ac:spMkLst>
            <pc:docMk/>
            <pc:sldMk cId="3523230868" sldId="318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3:40.016" v="334" actId="478"/>
          <ac:spMkLst>
            <pc:docMk/>
            <pc:sldMk cId="3523230868" sldId="318"/>
            <ac:spMk id="4" creationId="{FBCA8991-2180-DC90-546A-A4721F250CA9}"/>
          </ac:spMkLst>
        </pc:spChg>
        <pc:picChg chg="del">
          <ac:chgData name="Upul Gunawardana" userId="d78f31a5-8ae7-4659-910b-ce777cc612cd" providerId="ADAL" clId="{4F76F036-9BB5-42E2-9AC4-DBDA63D429CC}" dt="2022-05-19T15:25:38.307" v="92" actId="478"/>
          <ac:picMkLst>
            <pc:docMk/>
            <pc:sldMk cId="3523230868" sldId="318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3:06.085" v="333" actId="478"/>
        <pc:sldMkLst>
          <pc:docMk/>
          <pc:sldMk cId="3367463807" sldId="319"/>
        </pc:sldMkLst>
        <pc:spChg chg="mod">
          <ac:chgData name="Upul Gunawardana" userId="d78f31a5-8ae7-4659-910b-ce777cc612cd" providerId="ADAL" clId="{4F76F036-9BB5-42E2-9AC4-DBDA63D429CC}" dt="2022-05-26T14:03:01.860" v="332" actId="255"/>
          <ac:spMkLst>
            <pc:docMk/>
            <pc:sldMk cId="3367463807" sldId="319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3:06.085" v="333" actId="478"/>
          <ac:spMkLst>
            <pc:docMk/>
            <pc:sldMk cId="3367463807" sldId="319"/>
            <ac:spMk id="4" creationId="{75707139-E99D-2011-C24A-36E18FE65E8B}"/>
          </ac:spMkLst>
        </pc:spChg>
        <pc:picChg chg="del">
          <ac:chgData name="Upul Gunawardana" userId="d78f31a5-8ae7-4659-910b-ce777cc612cd" providerId="ADAL" clId="{4F76F036-9BB5-42E2-9AC4-DBDA63D429CC}" dt="2022-05-19T15:07:38.444" v="50" actId="478"/>
          <ac:picMkLst>
            <pc:docMk/>
            <pc:sldMk cId="3367463807" sldId="319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2:49.890" v="329" actId="255"/>
        <pc:sldMkLst>
          <pc:docMk/>
          <pc:sldMk cId="34533435" sldId="320"/>
        </pc:sldMkLst>
        <pc:spChg chg="mod">
          <ac:chgData name="Upul Gunawardana" userId="d78f31a5-8ae7-4659-910b-ce777cc612cd" providerId="ADAL" clId="{4F76F036-9BB5-42E2-9AC4-DBDA63D429CC}" dt="2022-05-26T14:02:49.890" v="329" actId="255"/>
          <ac:spMkLst>
            <pc:docMk/>
            <pc:sldMk cId="34533435" sldId="320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2:09.925" v="327" actId="478"/>
          <ac:spMkLst>
            <pc:docMk/>
            <pc:sldMk cId="34533435" sldId="320"/>
            <ac:spMk id="4" creationId="{5EB8DF80-87EE-E74F-D1CC-86F0CEF85250}"/>
          </ac:spMkLst>
        </pc:spChg>
        <pc:picChg chg="del">
          <ac:chgData name="Upul Gunawardana" userId="d78f31a5-8ae7-4659-910b-ce777cc612cd" providerId="ADAL" clId="{4F76F036-9BB5-42E2-9AC4-DBDA63D429CC}" dt="2022-05-19T15:06:11.706" v="32" actId="478"/>
          <ac:picMkLst>
            <pc:docMk/>
            <pc:sldMk cId="34533435" sldId="320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1:47.992" v="326" actId="14100"/>
        <pc:sldMkLst>
          <pc:docMk/>
          <pc:sldMk cId="3112112965" sldId="321"/>
        </pc:sldMkLst>
        <pc:spChg chg="mod">
          <ac:chgData name="Upul Gunawardana" userId="d78f31a5-8ae7-4659-910b-ce777cc612cd" providerId="ADAL" clId="{4F76F036-9BB5-42E2-9AC4-DBDA63D429CC}" dt="2022-05-26T14:01:47.992" v="326" actId="14100"/>
          <ac:spMkLst>
            <pc:docMk/>
            <pc:sldMk cId="3112112965" sldId="321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1:32.822" v="322" actId="478"/>
          <ac:spMkLst>
            <pc:docMk/>
            <pc:sldMk cId="3112112965" sldId="321"/>
            <ac:spMk id="4" creationId="{5D215EAF-714F-7BC0-B01E-CB718A99A91A}"/>
          </ac:spMkLst>
        </pc:spChg>
        <pc:picChg chg="del">
          <ac:chgData name="Upul Gunawardana" userId="d78f31a5-8ae7-4659-910b-ce777cc612cd" providerId="ADAL" clId="{4F76F036-9BB5-42E2-9AC4-DBDA63D429CC}" dt="2022-05-19T15:05:56.520" v="30" actId="478"/>
          <ac:picMkLst>
            <pc:docMk/>
            <pc:sldMk cId="3112112965" sldId="321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1:26.270" v="321" actId="255"/>
        <pc:sldMkLst>
          <pc:docMk/>
          <pc:sldMk cId="1682460014" sldId="322"/>
        </pc:sldMkLst>
        <pc:spChg chg="mod">
          <ac:chgData name="Upul Gunawardana" userId="d78f31a5-8ae7-4659-910b-ce777cc612cd" providerId="ADAL" clId="{4F76F036-9BB5-42E2-9AC4-DBDA63D429CC}" dt="2022-05-26T14:01:26.270" v="321" actId="255"/>
          <ac:spMkLst>
            <pc:docMk/>
            <pc:sldMk cId="1682460014" sldId="322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1:16.150" v="318" actId="478"/>
          <ac:spMkLst>
            <pc:docMk/>
            <pc:sldMk cId="1682460014" sldId="322"/>
            <ac:spMk id="6" creationId="{F0068F42-871F-8760-9C63-A2C60A303742}"/>
          </ac:spMkLst>
        </pc:spChg>
        <pc:picChg chg="del">
          <ac:chgData name="Upul Gunawardana" userId="d78f31a5-8ae7-4659-910b-ce777cc612cd" providerId="ADAL" clId="{4F76F036-9BB5-42E2-9AC4-DBDA63D429CC}" dt="2022-05-19T15:05:52.311" v="29" actId="478"/>
          <ac:picMkLst>
            <pc:docMk/>
            <pc:sldMk cId="1682460014" sldId="322"/>
            <ac:picMk id="7" creationId="{F513D46B-113E-4705-8F69-598CC0C3861B}"/>
          </ac:picMkLst>
        </pc:picChg>
      </pc:sldChg>
      <pc:sldChg chg="add">
        <pc:chgData name="Upul Gunawardana" userId="d78f31a5-8ae7-4659-910b-ce777cc612cd" providerId="ADAL" clId="{4F76F036-9BB5-42E2-9AC4-DBDA63D429CC}" dt="2022-05-19T15:01:59.370" v="2"/>
        <pc:sldMkLst>
          <pc:docMk/>
          <pc:sldMk cId="2312929480" sldId="323"/>
        </pc:sldMkLst>
      </pc:sldChg>
      <pc:sldChg chg="addSp delSp modSp add mod">
        <pc:chgData name="Upul Gunawardana" userId="d78f31a5-8ae7-4659-910b-ce777cc612cd" providerId="ADAL" clId="{4F76F036-9BB5-42E2-9AC4-DBDA63D429CC}" dt="2022-05-26T14:01:00.422" v="317" actId="478"/>
        <pc:sldMkLst>
          <pc:docMk/>
          <pc:sldMk cId="3930432731" sldId="324"/>
        </pc:sldMkLst>
        <pc:spChg chg="mod">
          <ac:chgData name="Upul Gunawardana" userId="d78f31a5-8ae7-4659-910b-ce777cc612cd" providerId="ADAL" clId="{4F76F036-9BB5-42E2-9AC4-DBDA63D429CC}" dt="2022-05-26T14:00:56.539" v="316" actId="255"/>
          <ac:spMkLst>
            <pc:docMk/>
            <pc:sldMk cId="3930432731" sldId="324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1:00.422" v="317" actId="478"/>
          <ac:spMkLst>
            <pc:docMk/>
            <pc:sldMk cId="3930432731" sldId="324"/>
            <ac:spMk id="4" creationId="{00E81F22-65BF-C49E-642D-3777E280DB85}"/>
          </ac:spMkLst>
        </pc:spChg>
        <pc:picChg chg="del">
          <ac:chgData name="Upul Gunawardana" userId="d78f31a5-8ae7-4659-910b-ce777cc612cd" providerId="ADAL" clId="{4F76F036-9BB5-42E2-9AC4-DBDA63D429CC}" dt="2022-05-19T15:06:07.814" v="31" actId="478"/>
          <ac:picMkLst>
            <pc:docMk/>
            <pc:sldMk cId="3930432731" sldId="324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0:45.211" v="314" actId="478"/>
        <pc:sldMkLst>
          <pc:docMk/>
          <pc:sldMk cId="2038657671" sldId="325"/>
        </pc:sldMkLst>
        <pc:spChg chg="mod">
          <ac:chgData name="Upul Gunawardana" userId="d78f31a5-8ae7-4659-910b-ce777cc612cd" providerId="ADAL" clId="{4F76F036-9BB5-42E2-9AC4-DBDA63D429CC}" dt="2022-05-26T14:00:40.971" v="313" actId="255"/>
          <ac:spMkLst>
            <pc:docMk/>
            <pc:sldMk cId="2038657671" sldId="325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4:00:45.211" v="314" actId="478"/>
          <ac:spMkLst>
            <pc:docMk/>
            <pc:sldMk cId="2038657671" sldId="325"/>
            <ac:spMk id="4" creationId="{44AB48DF-10E8-2A87-B481-780E296861F7}"/>
          </ac:spMkLst>
        </pc:spChg>
        <pc:picChg chg="del">
          <ac:chgData name="Upul Gunawardana" userId="d78f31a5-8ae7-4659-910b-ce777cc612cd" providerId="ADAL" clId="{4F76F036-9BB5-42E2-9AC4-DBDA63D429CC}" dt="2022-05-19T15:26:07.231" v="94" actId="478"/>
          <ac:picMkLst>
            <pc:docMk/>
            <pc:sldMk cId="2038657671" sldId="325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0:32.023" v="311" actId="255"/>
        <pc:sldMkLst>
          <pc:docMk/>
          <pc:sldMk cId="3873205541" sldId="326"/>
        </pc:sldMkLst>
        <pc:spChg chg="mod">
          <ac:chgData name="Upul Gunawardana" userId="d78f31a5-8ae7-4659-910b-ce777cc612cd" providerId="ADAL" clId="{4F76F036-9BB5-42E2-9AC4-DBDA63D429CC}" dt="2022-05-26T14:00:32.023" v="311" actId="255"/>
          <ac:spMkLst>
            <pc:docMk/>
            <pc:sldMk cId="3873205541" sldId="326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6:12.017" v="95" actId="478"/>
          <ac:spMkLst>
            <pc:docMk/>
            <pc:sldMk cId="3873205541" sldId="326"/>
            <ac:spMk id="4" creationId="{DC0E462B-B655-C967-F5F0-8C51CA240203}"/>
          </ac:spMkLst>
        </pc:spChg>
        <pc:picChg chg="del">
          <ac:chgData name="Upul Gunawardana" userId="d78f31a5-8ae7-4659-910b-ce777cc612cd" providerId="ADAL" clId="{4F76F036-9BB5-42E2-9AC4-DBDA63D429CC}" dt="2022-05-19T15:07:42.697" v="51" actId="478"/>
          <ac:picMkLst>
            <pc:docMk/>
            <pc:sldMk cId="3873205541" sldId="326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4:00:14.677" v="308" actId="14100"/>
        <pc:sldMkLst>
          <pc:docMk/>
          <pc:sldMk cId="1839240121" sldId="327"/>
        </pc:sldMkLst>
        <pc:spChg chg="mod">
          <ac:chgData name="Upul Gunawardana" userId="d78f31a5-8ae7-4659-910b-ce777cc612cd" providerId="ADAL" clId="{4F76F036-9BB5-42E2-9AC4-DBDA63D429CC}" dt="2022-05-26T14:00:14.677" v="308" actId="14100"/>
          <ac:spMkLst>
            <pc:docMk/>
            <pc:sldMk cId="1839240121" sldId="327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6:19.397" v="97" actId="478"/>
          <ac:spMkLst>
            <pc:docMk/>
            <pc:sldMk cId="1839240121" sldId="327"/>
            <ac:spMk id="4" creationId="{056E797A-CE68-08A8-33B9-09CCC6964A9E}"/>
          </ac:spMkLst>
        </pc:spChg>
        <pc:picChg chg="del">
          <ac:chgData name="Upul Gunawardana" userId="d78f31a5-8ae7-4659-910b-ce777cc612cd" providerId="ADAL" clId="{4F76F036-9BB5-42E2-9AC4-DBDA63D429CC}" dt="2022-05-19T15:26:16.003" v="96" actId="478"/>
          <ac:picMkLst>
            <pc:docMk/>
            <pc:sldMk cId="1839240121" sldId="327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9:25.639" v="301" actId="27636"/>
        <pc:sldMkLst>
          <pc:docMk/>
          <pc:sldMk cId="2404752381" sldId="328"/>
        </pc:sldMkLst>
        <pc:spChg chg="mod">
          <ac:chgData name="Upul Gunawardana" userId="d78f31a5-8ae7-4659-910b-ce777cc612cd" providerId="ADAL" clId="{4F76F036-9BB5-42E2-9AC4-DBDA63D429CC}" dt="2022-05-26T13:58:46.647" v="295" actId="255"/>
          <ac:spMkLst>
            <pc:docMk/>
            <pc:sldMk cId="2404752381" sldId="328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6:31.189" v="98" actId="478"/>
          <ac:spMkLst>
            <pc:docMk/>
            <pc:sldMk cId="2404752381" sldId="328"/>
            <ac:spMk id="4" creationId="{FD906E56-A459-8576-0E95-F14640C6E121}"/>
          </ac:spMkLst>
        </pc:spChg>
        <pc:spChg chg="mod">
          <ac:chgData name="Upul Gunawardana" userId="d78f31a5-8ae7-4659-910b-ce777cc612cd" providerId="ADAL" clId="{4F76F036-9BB5-42E2-9AC4-DBDA63D429CC}" dt="2022-05-26T13:59:25.639" v="301" actId="27636"/>
          <ac:spMkLst>
            <pc:docMk/>
            <pc:sldMk cId="2404752381" sldId="328"/>
            <ac:spMk id="6" creationId="{F3981083-56B1-460A-8066-8DC6BC873924}"/>
          </ac:spMkLst>
        </pc:spChg>
        <pc:picChg chg="del">
          <ac:chgData name="Upul Gunawardana" userId="d78f31a5-8ae7-4659-910b-ce777cc612cd" providerId="ADAL" clId="{4F76F036-9BB5-42E2-9AC4-DBDA63D429CC}" dt="2022-05-19T15:07:45.486" v="52" actId="478"/>
          <ac:picMkLst>
            <pc:docMk/>
            <pc:sldMk cId="2404752381" sldId="328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8:32.377" v="291" actId="14100"/>
        <pc:sldMkLst>
          <pc:docMk/>
          <pc:sldMk cId="1016039416" sldId="329"/>
        </pc:sldMkLst>
        <pc:spChg chg="mod">
          <ac:chgData name="Upul Gunawardana" userId="d78f31a5-8ae7-4659-910b-ce777cc612cd" providerId="ADAL" clId="{4F76F036-9BB5-42E2-9AC4-DBDA63D429CC}" dt="2022-05-26T13:58:32.377" v="291" actId="14100"/>
          <ac:spMkLst>
            <pc:docMk/>
            <pc:sldMk cId="1016039416" sldId="329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6:39.968" v="100" actId="478"/>
          <ac:spMkLst>
            <pc:docMk/>
            <pc:sldMk cId="1016039416" sldId="329"/>
            <ac:spMk id="6" creationId="{B30ADFEF-5D0B-9608-4EA6-94CAEE96A2E0}"/>
          </ac:spMkLst>
        </pc:spChg>
        <pc:picChg chg="del">
          <ac:chgData name="Upul Gunawardana" userId="d78f31a5-8ae7-4659-910b-ce777cc612cd" providerId="ADAL" clId="{4F76F036-9BB5-42E2-9AC4-DBDA63D429CC}" dt="2022-05-19T15:26:34.766" v="99" actId="478"/>
          <ac:picMkLst>
            <pc:docMk/>
            <pc:sldMk cId="1016039416" sldId="329"/>
            <ac:picMk id="7" creationId="{F513D46B-113E-4705-8F69-598CC0C3861B}"/>
          </ac:picMkLst>
        </pc:picChg>
      </pc:sldChg>
      <pc:sldChg chg="add">
        <pc:chgData name="Upul Gunawardana" userId="d78f31a5-8ae7-4659-910b-ce777cc612cd" providerId="ADAL" clId="{4F76F036-9BB5-42E2-9AC4-DBDA63D429CC}" dt="2022-05-19T15:02:40.388" v="3"/>
        <pc:sldMkLst>
          <pc:docMk/>
          <pc:sldMk cId="1044554856" sldId="330"/>
        </pc:sldMkLst>
      </pc:sldChg>
      <pc:sldChg chg="addSp delSp modSp add mod">
        <pc:chgData name="Upul Gunawardana" userId="d78f31a5-8ae7-4659-910b-ce777cc612cd" providerId="ADAL" clId="{4F76F036-9BB5-42E2-9AC4-DBDA63D429CC}" dt="2022-05-26T13:58:14.663" v="288" actId="478"/>
        <pc:sldMkLst>
          <pc:docMk/>
          <pc:sldMk cId="3386482441" sldId="331"/>
        </pc:sldMkLst>
        <pc:spChg chg="mod">
          <ac:chgData name="Upul Gunawardana" userId="d78f31a5-8ae7-4659-910b-ce777cc612cd" providerId="ADAL" clId="{4F76F036-9BB5-42E2-9AC4-DBDA63D429CC}" dt="2022-05-26T13:58:11.061" v="287" actId="14100"/>
          <ac:spMkLst>
            <pc:docMk/>
            <pc:sldMk cId="3386482441" sldId="331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8:14.663" v="288" actId="478"/>
          <ac:spMkLst>
            <pc:docMk/>
            <pc:sldMk cId="3386482441" sldId="331"/>
            <ac:spMk id="4" creationId="{1E3AAFCE-914C-5DC8-4F5B-5B83C4787C8E}"/>
          </ac:spMkLst>
        </pc:spChg>
        <pc:picChg chg="del">
          <ac:chgData name="Upul Gunawardana" userId="d78f31a5-8ae7-4659-910b-ce777cc612cd" providerId="ADAL" clId="{4F76F036-9BB5-42E2-9AC4-DBDA63D429CC}" dt="2022-05-19T15:07:49.379" v="53" actId="478"/>
          <ac:picMkLst>
            <pc:docMk/>
            <pc:sldMk cId="3386482441" sldId="331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7:58.003" v="284" actId="14100"/>
        <pc:sldMkLst>
          <pc:docMk/>
          <pc:sldMk cId="1947924313" sldId="332"/>
        </pc:sldMkLst>
        <pc:spChg chg="mod">
          <ac:chgData name="Upul Gunawardana" userId="d78f31a5-8ae7-4659-910b-ce777cc612cd" providerId="ADAL" clId="{4F76F036-9BB5-42E2-9AC4-DBDA63D429CC}" dt="2022-05-26T13:57:58.003" v="284" actId="14100"/>
          <ac:spMkLst>
            <pc:docMk/>
            <pc:sldMk cId="1947924313" sldId="332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7:39.472" v="280" actId="478"/>
          <ac:spMkLst>
            <pc:docMk/>
            <pc:sldMk cId="1947924313" sldId="332"/>
            <ac:spMk id="6" creationId="{4916686F-76E5-D3A0-38F5-AEC05086C78C}"/>
          </ac:spMkLst>
        </pc:spChg>
        <pc:picChg chg="del">
          <ac:chgData name="Upul Gunawardana" userId="d78f31a5-8ae7-4659-910b-ce777cc612cd" providerId="ADAL" clId="{4F76F036-9BB5-42E2-9AC4-DBDA63D429CC}" dt="2022-05-19T15:07:55.882" v="54" actId="478"/>
          <ac:picMkLst>
            <pc:docMk/>
            <pc:sldMk cId="1947924313" sldId="332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7:23.855" v="279" actId="255"/>
        <pc:sldMkLst>
          <pc:docMk/>
          <pc:sldMk cId="995982452" sldId="333"/>
        </pc:sldMkLst>
        <pc:spChg chg="mod">
          <ac:chgData name="Upul Gunawardana" userId="d78f31a5-8ae7-4659-910b-ce777cc612cd" providerId="ADAL" clId="{4F76F036-9BB5-42E2-9AC4-DBDA63D429CC}" dt="2022-05-26T13:57:23.855" v="279" actId="255"/>
          <ac:spMkLst>
            <pc:docMk/>
            <pc:sldMk cId="995982452" sldId="333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7:14.992" v="276" actId="478"/>
          <ac:spMkLst>
            <pc:docMk/>
            <pc:sldMk cId="995982452" sldId="333"/>
            <ac:spMk id="4" creationId="{28B99BA4-C99C-0A30-231E-D85C79B8BE59}"/>
          </ac:spMkLst>
        </pc:spChg>
        <pc:picChg chg="del">
          <ac:chgData name="Upul Gunawardana" userId="d78f31a5-8ae7-4659-910b-ce777cc612cd" providerId="ADAL" clId="{4F76F036-9BB5-42E2-9AC4-DBDA63D429CC}" dt="2022-05-19T15:08:19.507" v="58" actId="478"/>
          <ac:picMkLst>
            <pc:docMk/>
            <pc:sldMk cId="995982452" sldId="333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7:03.163" v="275" actId="14100"/>
        <pc:sldMkLst>
          <pc:docMk/>
          <pc:sldMk cId="4002612460" sldId="334"/>
        </pc:sldMkLst>
        <pc:spChg chg="mod">
          <ac:chgData name="Upul Gunawardana" userId="d78f31a5-8ae7-4659-910b-ce777cc612cd" providerId="ADAL" clId="{4F76F036-9BB5-42E2-9AC4-DBDA63D429CC}" dt="2022-05-26T13:57:03.163" v="275" actId="14100"/>
          <ac:spMkLst>
            <pc:docMk/>
            <pc:sldMk cId="4002612460" sldId="334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6:50.063" v="271" actId="478"/>
          <ac:spMkLst>
            <pc:docMk/>
            <pc:sldMk cId="4002612460" sldId="334"/>
            <ac:spMk id="4" creationId="{4E6B4BDE-3031-043C-A4C0-E282879F5366}"/>
          </ac:spMkLst>
        </pc:spChg>
        <pc:picChg chg="del">
          <ac:chgData name="Upul Gunawardana" userId="d78f31a5-8ae7-4659-910b-ce777cc612cd" providerId="ADAL" clId="{4F76F036-9BB5-42E2-9AC4-DBDA63D429CC}" dt="2022-05-19T15:08:22.161" v="59" actId="478"/>
          <ac:picMkLst>
            <pc:docMk/>
            <pc:sldMk cId="4002612460" sldId="334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6:35.082" v="270" actId="14100"/>
        <pc:sldMkLst>
          <pc:docMk/>
          <pc:sldMk cId="3911972439" sldId="335"/>
        </pc:sldMkLst>
        <pc:spChg chg="mod">
          <ac:chgData name="Upul Gunawardana" userId="d78f31a5-8ae7-4659-910b-ce777cc612cd" providerId="ADAL" clId="{4F76F036-9BB5-42E2-9AC4-DBDA63D429CC}" dt="2022-05-26T13:56:35.082" v="270" actId="14100"/>
          <ac:spMkLst>
            <pc:docMk/>
            <pc:sldMk cId="3911972439" sldId="335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6:22.927" v="266" actId="478"/>
          <ac:spMkLst>
            <pc:docMk/>
            <pc:sldMk cId="3911972439" sldId="335"/>
            <ac:spMk id="4" creationId="{1DED0950-5639-E389-7F49-DE5E53038886}"/>
          </ac:spMkLst>
        </pc:spChg>
        <pc:picChg chg="del">
          <ac:chgData name="Upul Gunawardana" userId="d78f31a5-8ae7-4659-910b-ce777cc612cd" providerId="ADAL" clId="{4F76F036-9BB5-42E2-9AC4-DBDA63D429CC}" dt="2022-05-19T15:08:24.908" v="60" actId="478"/>
          <ac:picMkLst>
            <pc:docMk/>
            <pc:sldMk cId="3911972439" sldId="335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6:12.709" v="265" actId="255"/>
        <pc:sldMkLst>
          <pc:docMk/>
          <pc:sldMk cId="356380406" sldId="336"/>
        </pc:sldMkLst>
        <pc:spChg chg="mod">
          <ac:chgData name="Upul Gunawardana" userId="d78f31a5-8ae7-4659-910b-ce777cc612cd" providerId="ADAL" clId="{4F76F036-9BB5-42E2-9AC4-DBDA63D429CC}" dt="2022-05-26T13:56:12.709" v="265" actId="255"/>
          <ac:spMkLst>
            <pc:docMk/>
            <pc:sldMk cId="356380406" sldId="336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6:03.352" v="263" actId="478"/>
          <ac:spMkLst>
            <pc:docMk/>
            <pc:sldMk cId="356380406" sldId="336"/>
            <ac:spMk id="6" creationId="{17E8F99F-B903-B98E-D320-3060AAB9FF70}"/>
          </ac:spMkLst>
        </pc:spChg>
        <pc:picChg chg="del">
          <ac:chgData name="Upul Gunawardana" userId="d78f31a5-8ae7-4659-910b-ce777cc612cd" providerId="ADAL" clId="{4F76F036-9BB5-42E2-9AC4-DBDA63D429CC}" dt="2022-05-19T15:08:27.449" v="61" actId="478"/>
          <ac:picMkLst>
            <pc:docMk/>
            <pc:sldMk cId="356380406" sldId="336"/>
            <ac:picMk id="7" creationId="{F513D46B-113E-4705-8F69-598CC0C3861B}"/>
          </ac:picMkLst>
        </pc:picChg>
      </pc:sldChg>
      <pc:sldChg chg="add">
        <pc:chgData name="Upul Gunawardana" userId="d78f31a5-8ae7-4659-910b-ce777cc612cd" providerId="ADAL" clId="{4F76F036-9BB5-42E2-9AC4-DBDA63D429CC}" dt="2022-05-19T15:03:29.169" v="4"/>
        <pc:sldMkLst>
          <pc:docMk/>
          <pc:sldMk cId="506770675" sldId="337"/>
        </pc:sldMkLst>
      </pc:sldChg>
      <pc:sldChg chg="addSp delSp modSp add mod">
        <pc:chgData name="Upul Gunawardana" userId="d78f31a5-8ae7-4659-910b-ce777cc612cd" providerId="ADAL" clId="{4F76F036-9BB5-42E2-9AC4-DBDA63D429CC}" dt="2022-05-26T13:55:54.942" v="262" actId="255"/>
        <pc:sldMkLst>
          <pc:docMk/>
          <pc:sldMk cId="2143334353" sldId="338"/>
        </pc:sldMkLst>
        <pc:spChg chg="mod">
          <ac:chgData name="Upul Gunawardana" userId="d78f31a5-8ae7-4659-910b-ce777cc612cd" providerId="ADAL" clId="{4F76F036-9BB5-42E2-9AC4-DBDA63D429CC}" dt="2022-05-26T13:55:54.942" v="262" actId="255"/>
          <ac:spMkLst>
            <pc:docMk/>
            <pc:sldMk cId="2143334353" sldId="338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5:47.355" v="260" actId="478"/>
          <ac:spMkLst>
            <pc:docMk/>
            <pc:sldMk cId="2143334353" sldId="338"/>
            <ac:spMk id="4" creationId="{C204742D-CD82-8F66-F4A3-A5267F4AA73E}"/>
          </ac:spMkLst>
        </pc:spChg>
        <pc:picChg chg="del">
          <ac:chgData name="Upul Gunawardana" userId="d78f31a5-8ae7-4659-910b-ce777cc612cd" providerId="ADAL" clId="{4F76F036-9BB5-42E2-9AC4-DBDA63D429CC}" dt="2022-05-19T15:05:36.630" v="26" actId="478"/>
          <ac:picMkLst>
            <pc:docMk/>
            <pc:sldMk cId="2143334353" sldId="338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5:39.792" v="259" actId="14100"/>
        <pc:sldMkLst>
          <pc:docMk/>
          <pc:sldMk cId="4274430867" sldId="339"/>
        </pc:sldMkLst>
        <pc:spChg chg="mod">
          <ac:chgData name="Upul Gunawardana" userId="d78f31a5-8ae7-4659-910b-ce777cc612cd" providerId="ADAL" clId="{4F76F036-9BB5-42E2-9AC4-DBDA63D429CC}" dt="2022-05-26T13:55:39.792" v="259" actId="14100"/>
          <ac:spMkLst>
            <pc:docMk/>
            <pc:sldMk cId="4274430867" sldId="339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05:32.104" v="25" actId="478"/>
          <ac:spMkLst>
            <pc:docMk/>
            <pc:sldMk cId="4274430867" sldId="339"/>
            <ac:spMk id="4" creationId="{8606121B-16D2-5F3C-4E9D-B1778127C3F8}"/>
          </ac:spMkLst>
        </pc:spChg>
        <pc:picChg chg="del">
          <ac:chgData name="Upul Gunawardana" userId="d78f31a5-8ae7-4659-910b-ce777cc612cd" providerId="ADAL" clId="{4F76F036-9BB5-42E2-9AC4-DBDA63D429CC}" dt="2022-05-19T15:05:26.662" v="24" actId="478"/>
          <ac:picMkLst>
            <pc:docMk/>
            <pc:sldMk cId="4274430867" sldId="339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5:22.669" v="255" actId="255"/>
        <pc:sldMkLst>
          <pc:docMk/>
          <pc:sldMk cId="1740286500" sldId="340"/>
        </pc:sldMkLst>
        <pc:spChg chg="mod">
          <ac:chgData name="Upul Gunawardana" userId="d78f31a5-8ae7-4659-910b-ce777cc612cd" providerId="ADAL" clId="{4F76F036-9BB5-42E2-9AC4-DBDA63D429CC}" dt="2022-05-26T13:55:22.669" v="255" actId="255"/>
          <ac:spMkLst>
            <pc:docMk/>
            <pc:sldMk cId="1740286500" sldId="340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6:55.150" v="101" actId="478"/>
          <ac:spMkLst>
            <pc:docMk/>
            <pc:sldMk cId="1740286500" sldId="340"/>
            <ac:spMk id="4" creationId="{2EB39899-A008-3078-84C9-4B378B34FD2F}"/>
          </ac:spMkLst>
        </pc:spChg>
        <pc:picChg chg="del">
          <ac:chgData name="Upul Gunawardana" userId="d78f31a5-8ae7-4659-910b-ce777cc612cd" providerId="ADAL" clId="{4F76F036-9BB5-42E2-9AC4-DBDA63D429CC}" dt="2022-05-19T15:08:32.760" v="62" actId="478"/>
          <ac:picMkLst>
            <pc:docMk/>
            <pc:sldMk cId="1740286500" sldId="340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4:54.755" v="252" actId="255"/>
        <pc:sldMkLst>
          <pc:docMk/>
          <pc:sldMk cId="1602605198" sldId="341"/>
        </pc:sldMkLst>
        <pc:spChg chg="mod">
          <ac:chgData name="Upul Gunawardana" userId="d78f31a5-8ae7-4659-910b-ce777cc612cd" providerId="ADAL" clId="{4F76F036-9BB5-42E2-9AC4-DBDA63D429CC}" dt="2022-05-26T13:54:54.755" v="252" actId="255"/>
          <ac:spMkLst>
            <pc:docMk/>
            <pc:sldMk cId="1602605198" sldId="341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05:43.917" v="28" actId="478"/>
          <ac:spMkLst>
            <pc:docMk/>
            <pc:sldMk cId="1602605198" sldId="341"/>
            <ac:spMk id="4" creationId="{BCD4410E-C0EC-0077-B139-0FF9D23535DD}"/>
          </ac:spMkLst>
        </pc:spChg>
        <pc:picChg chg="del">
          <ac:chgData name="Upul Gunawardana" userId="d78f31a5-8ae7-4659-910b-ce777cc612cd" providerId="ADAL" clId="{4F76F036-9BB5-42E2-9AC4-DBDA63D429CC}" dt="2022-05-19T15:05:40.139" v="27" actId="478"/>
          <ac:picMkLst>
            <pc:docMk/>
            <pc:sldMk cId="1602605198" sldId="341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4:35.833" v="250" actId="255"/>
        <pc:sldMkLst>
          <pc:docMk/>
          <pc:sldMk cId="2029957667" sldId="342"/>
        </pc:sldMkLst>
        <pc:spChg chg="mod">
          <ac:chgData name="Upul Gunawardana" userId="d78f31a5-8ae7-4659-910b-ce777cc612cd" providerId="ADAL" clId="{4F76F036-9BB5-42E2-9AC4-DBDA63D429CC}" dt="2022-05-26T13:54:35.833" v="250" actId="255"/>
          <ac:spMkLst>
            <pc:docMk/>
            <pc:sldMk cId="2029957667" sldId="342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7:01.084" v="102" actId="478"/>
          <ac:spMkLst>
            <pc:docMk/>
            <pc:sldMk cId="2029957667" sldId="342"/>
            <ac:spMk id="4" creationId="{939A0540-92B3-67BF-6D82-13302E0116B8}"/>
          </ac:spMkLst>
        </pc:spChg>
        <pc:picChg chg="del">
          <ac:chgData name="Upul Gunawardana" userId="d78f31a5-8ae7-4659-910b-ce777cc612cd" providerId="ADAL" clId="{4F76F036-9BB5-42E2-9AC4-DBDA63D429CC}" dt="2022-05-19T15:05:22.296" v="23" actId="478"/>
          <ac:picMkLst>
            <pc:docMk/>
            <pc:sldMk cId="2029957667" sldId="342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2:49.473" v="247" actId="255"/>
        <pc:sldMkLst>
          <pc:docMk/>
          <pc:sldMk cId="740085588" sldId="343"/>
        </pc:sldMkLst>
        <pc:spChg chg="mod">
          <ac:chgData name="Upul Gunawardana" userId="d78f31a5-8ae7-4659-910b-ce777cc612cd" providerId="ADAL" clId="{4F76F036-9BB5-42E2-9AC4-DBDA63D429CC}" dt="2022-05-26T13:52:49.473" v="247" actId="255"/>
          <ac:spMkLst>
            <pc:docMk/>
            <pc:sldMk cId="740085588" sldId="343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27:10.720" v="104" actId="478"/>
          <ac:spMkLst>
            <pc:docMk/>
            <pc:sldMk cId="740085588" sldId="343"/>
            <ac:spMk id="6" creationId="{D25D1196-FDCB-6692-5C08-11CF3D793036}"/>
          </ac:spMkLst>
        </pc:spChg>
        <pc:picChg chg="del">
          <ac:chgData name="Upul Gunawardana" userId="d78f31a5-8ae7-4659-910b-ce777cc612cd" providerId="ADAL" clId="{4F76F036-9BB5-42E2-9AC4-DBDA63D429CC}" dt="2022-05-19T15:08:37.462" v="63" actId="478"/>
          <ac:picMkLst>
            <pc:docMk/>
            <pc:sldMk cId="740085588" sldId="343"/>
            <ac:picMk id="7" creationId="{F513D46B-113E-4705-8F69-598CC0C3861B}"/>
          </ac:picMkLst>
        </pc:picChg>
      </pc:sldChg>
      <pc:sldChg chg="modSp add mod">
        <pc:chgData name="Upul Gunawardana" userId="d78f31a5-8ae7-4659-910b-ce777cc612cd" providerId="ADAL" clId="{4F76F036-9BB5-42E2-9AC4-DBDA63D429CC}" dt="2022-05-19T15:04:01.271" v="13" actId="20577"/>
        <pc:sldMkLst>
          <pc:docMk/>
          <pc:sldMk cId="2810208111" sldId="344"/>
        </pc:sldMkLst>
        <pc:spChg chg="mod">
          <ac:chgData name="Upul Gunawardana" userId="d78f31a5-8ae7-4659-910b-ce777cc612cd" providerId="ADAL" clId="{4F76F036-9BB5-42E2-9AC4-DBDA63D429CC}" dt="2022-05-19T15:04:01.271" v="13" actId="20577"/>
          <ac:spMkLst>
            <pc:docMk/>
            <pc:sldMk cId="2810208111" sldId="344"/>
            <ac:spMk id="9" creationId="{00000000-0000-0000-0000-000000000000}"/>
          </ac:spMkLst>
        </pc:spChg>
      </pc:sldChg>
      <pc:sldChg chg="addSp delSp modSp add mod">
        <pc:chgData name="Upul Gunawardana" userId="d78f31a5-8ae7-4659-910b-ce777cc612cd" providerId="ADAL" clId="{4F76F036-9BB5-42E2-9AC4-DBDA63D429CC}" dt="2022-05-26T13:52:36.851" v="245" actId="1076"/>
        <pc:sldMkLst>
          <pc:docMk/>
          <pc:sldMk cId="1095728178" sldId="345"/>
        </pc:sldMkLst>
        <pc:spChg chg="mod">
          <ac:chgData name="Upul Gunawardana" userId="d78f31a5-8ae7-4659-910b-ce777cc612cd" providerId="ADAL" clId="{4F76F036-9BB5-42E2-9AC4-DBDA63D429CC}" dt="2022-05-26T13:52:36.851" v="245" actId="1076"/>
          <ac:spMkLst>
            <pc:docMk/>
            <pc:sldMk cId="1095728178" sldId="345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2:15.675" v="239" actId="478"/>
          <ac:spMkLst>
            <pc:docMk/>
            <pc:sldMk cId="1095728178" sldId="345"/>
            <ac:spMk id="4" creationId="{358B5A2F-FD98-4565-CA22-B880507A8873}"/>
          </ac:spMkLst>
        </pc:spChg>
        <pc:picChg chg="del">
          <ac:chgData name="Upul Gunawardana" userId="d78f31a5-8ae7-4659-910b-ce777cc612cd" providerId="ADAL" clId="{4F76F036-9BB5-42E2-9AC4-DBDA63D429CC}" dt="2022-05-19T15:08:14.153" v="57" actId="478"/>
          <ac:picMkLst>
            <pc:docMk/>
            <pc:sldMk cId="1095728178" sldId="345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2:29.419" v="243" actId="255"/>
        <pc:sldMkLst>
          <pc:docMk/>
          <pc:sldMk cId="3425208257" sldId="346"/>
        </pc:sldMkLst>
        <pc:spChg chg="mod">
          <ac:chgData name="Upul Gunawardana" userId="d78f31a5-8ae7-4659-910b-ce777cc612cd" providerId="ADAL" clId="{4F76F036-9BB5-42E2-9AC4-DBDA63D429CC}" dt="2022-05-26T13:52:29.419" v="243" actId="255"/>
          <ac:spMkLst>
            <pc:docMk/>
            <pc:sldMk cId="3425208257" sldId="346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51:57.493" v="235" actId="478"/>
          <ac:spMkLst>
            <pc:docMk/>
            <pc:sldMk cId="3425208257" sldId="346"/>
            <ac:spMk id="4" creationId="{6B186B96-DE78-9A45-3DA9-F9637185161E}"/>
          </ac:spMkLst>
        </pc:spChg>
        <pc:picChg chg="del">
          <ac:chgData name="Upul Gunawardana" userId="d78f31a5-8ae7-4659-910b-ce777cc612cd" providerId="ADAL" clId="{4F76F036-9BB5-42E2-9AC4-DBDA63D429CC}" dt="2022-05-19T15:08:08.778" v="56" actId="478"/>
          <ac:picMkLst>
            <pc:docMk/>
            <pc:sldMk cId="3425208257" sldId="346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1:25.048" v="234" actId="208"/>
        <pc:sldMkLst>
          <pc:docMk/>
          <pc:sldMk cId="97331099" sldId="347"/>
        </pc:sldMkLst>
        <pc:spChg chg="mod">
          <ac:chgData name="Upul Gunawardana" userId="d78f31a5-8ae7-4659-910b-ce777cc612cd" providerId="ADAL" clId="{4F76F036-9BB5-42E2-9AC4-DBDA63D429CC}" dt="2022-05-26T13:50:23.474" v="229" actId="255"/>
          <ac:spMkLst>
            <pc:docMk/>
            <pc:sldMk cId="97331099" sldId="347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05:17.344" v="22" actId="478"/>
          <ac:spMkLst>
            <pc:docMk/>
            <pc:sldMk cId="97331099" sldId="347"/>
            <ac:spMk id="4" creationId="{784DF9BF-B860-2617-3EBA-A0979BB60DC3}"/>
          </ac:spMkLst>
        </pc:spChg>
        <pc:spChg chg="mod">
          <ac:chgData name="Upul Gunawardana" userId="d78f31a5-8ae7-4659-910b-ce777cc612cd" providerId="ADAL" clId="{4F76F036-9BB5-42E2-9AC4-DBDA63D429CC}" dt="2022-05-26T13:51:20.150" v="233" actId="208"/>
          <ac:spMkLst>
            <pc:docMk/>
            <pc:sldMk cId="97331099" sldId="347"/>
            <ac:spMk id="9" creationId="{F17935CA-98C2-40C6-925E-E6975EC62E2C}"/>
          </ac:spMkLst>
        </pc:spChg>
        <pc:spChg chg="mod">
          <ac:chgData name="Upul Gunawardana" userId="d78f31a5-8ae7-4659-910b-ce777cc612cd" providerId="ADAL" clId="{4F76F036-9BB5-42E2-9AC4-DBDA63D429CC}" dt="2022-05-26T13:51:17.412" v="232" actId="208"/>
          <ac:spMkLst>
            <pc:docMk/>
            <pc:sldMk cId="97331099" sldId="347"/>
            <ac:spMk id="11" creationId="{46BA177A-AD98-47A1-BB85-F53737A0BE51}"/>
          </ac:spMkLst>
        </pc:spChg>
        <pc:spChg chg="mod">
          <ac:chgData name="Upul Gunawardana" userId="d78f31a5-8ae7-4659-910b-ce777cc612cd" providerId="ADAL" clId="{4F76F036-9BB5-42E2-9AC4-DBDA63D429CC}" dt="2022-05-26T13:51:25.048" v="234" actId="208"/>
          <ac:spMkLst>
            <pc:docMk/>
            <pc:sldMk cId="97331099" sldId="347"/>
            <ac:spMk id="12" creationId="{5556F316-77B0-4777-9072-3CB7101C0F00}"/>
          </ac:spMkLst>
        </pc:spChg>
        <pc:picChg chg="del">
          <ac:chgData name="Upul Gunawardana" userId="d78f31a5-8ae7-4659-910b-ce777cc612cd" providerId="ADAL" clId="{4F76F036-9BB5-42E2-9AC4-DBDA63D429CC}" dt="2022-05-19T15:05:06.905" v="20" actId="478"/>
          <ac:picMkLst>
            <pc:docMk/>
            <pc:sldMk cId="97331099" sldId="347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50:14.319" v="226" actId="14100"/>
        <pc:sldMkLst>
          <pc:docMk/>
          <pc:sldMk cId="3679520827" sldId="348"/>
        </pc:sldMkLst>
        <pc:spChg chg="mod">
          <ac:chgData name="Upul Gunawardana" userId="d78f31a5-8ae7-4659-910b-ce777cc612cd" providerId="ADAL" clId="{4F76F036-9BB5-42E2-9AC4-DBDA63D429CC}" dt="2022-05-26T13:50:14.319" v="226" actId="14100"/>
          <ac:spMkLst>
            <pc:docMk/>
            <pc:sldMk cId="3679520827" sldId="348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10:22.424" v="66" actId="478"/>
          <ac:spMkLst>
            <pc:docMk/>
            <pc:sldMk cId="3679520827" sldId="348"/>
            <ac:spMk id="8" creationId="{D1712595-8134-762A-1DF7-DFD6D3EB894F}"/>
          </ac:spMkLst>
        </pc:spChg>
        <pc:picChg chg="del">
          <ac:chgData name="Upul Gunawardana" userId="d78f31a5-8ae7-4659-910b-ce777cc612cd" providerId="ADAL" clId="{4F76F036-9BB5-42E2-9AC4-DBDA63D429CC}" dt="2022-05-19T15:08:03.644" v="55" actId="478"/>
          <ac:picMkLst>
            <pc:docMk/>
            <pc:sldMk cId="3679520827" sldId="348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9:56.168" v="223" actId="255"/>
        <pc:sldMkLst>
          <pc:docMk/>
          <pc:sldMk cId="3587374493" sldId="349"/>
        </pc:sldMkLst>
        <pc:spChg chg="mod">
          <ac:chgData name="Upul Gunawardana" userId="d78f31a5-8ae7-4659-910b-ce777cc612cd" providerId="ADAL" clId="{4F76F036-9BB5-42E2-9AC4-DBDA63D429CC}" dt="2022-05-26T13:49:56.168" v="223" actId="255"/>
          <ac:spMkLst>
            <pc:docMk/>
            <pc:sldMk cId="3587374493" sldId="349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10:30.230" v="67" actId="478"/>
          <ac:spMkLst>
            <pc:docMk/>
            <pc:sldMk cId="3587374493" sldId="349"/>
            <ac:spMk id="10" creationId="{6DFC53AB-F372-6659-AF54-7932DBC11B8D}"/>
          </ac:spMkLst>
        </pc:spChg>
        <pc:picChg chg="del">
          <ac:chgData name="Upul Gunawardana" userId="d78f31a5-8ae7-4659-910b-ce777cc612cd" providerId="ADAL" clId="{4F76F036-9BB5-42E2-9AC4-DBDA63D429CC}" dt="2022-05-19T15:05:02.608" v="19" actId="478"/>
          <ac:picMkLst>
            <pc:docMk/>
            <pc:sldMk cId="3587374493" sldId="349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4:48.443" v="220" actId="14100"/>
        <pc:sldMkLst>
          <pc:docMk/>
          <pc:sldMk cId="3914985536" sldId="350"/>
        </pc:sldMkLst>
        <pc:spChg chg="mod">
          <ac:chgData name="Upul Gunawardana" userId="d78f31a5-8ae7-4659-910b-ce777cc612cd" providerId="ADAL" clId="{4F76F036-9BB5-42E2-9AC4-DBDA63D429CC}" dt="2022-05-26T13:44:48.443" v="220" actId="14100"/>
          <ac:spMkLst>
            <pc:docMk/>
            <pc:sldMk cId="3914985536" sldId="350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10:47.061" v="68" actId="478"/>
          <ac:spMkLst>
            <pc:docMk/>
            <pc:sldMk cId="3914985536" sldId="350"/>
            <ac:spMk id="4" creationId="{A9CF9186-C565-A978-2BBD-714E19270413}"/>
          </ac:spMkLst>
        </pc:spChg>
        <pc:picChg chg="del">
          <ac:chgData name="Upul Gunawardana" userId="d78f31a5-8ae7-4659-910b-ce777cc612cd" providerId="ADAL" clId="{4F76F036-9BB5-42E2-9AC4-DBDA63D429CC}" dt="2022-05-19T15:04:56.151" v="18" actId="478"/>
          <ac:picMkLst>
            <pc:docMk/>
            <pc:sldMk cId="3914985536" sldId="350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3:25.974" v="215" actId="478"/>
        <pc:sldMkLst>
          <pc:docMk/>
          <pc:sldMk cId="2499343035" sldId="351"/>
        </pc:sldMkLst>
        <pc:spChg chg="mod">
          <ac:chgData name="Upul Gunawardana" userId="d78f31a5-8ae7-4659-910b-ce777cc612cd" providerId="ADAL" clId="{4F76F036-9BB5-42E2-9AC4-DBDA63D429CC}" dt="2022-05-26T13:43:18.254" v="214" actId="14100"/>
          <ac:spMkLst>
            <pc:docMk/>
            <pc:sldMk cId="2499343035" sldId="351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26T13:43:25.974" v="215" actId="478"/>
          <ac:spMkLst>
            <pc:docMk/>
            <pc:sldMk cId="2499343035" sldId="351"/>
            <ac:spMk id="4" creationId="{90137F75-3758-CD2D-BE20-4C8363940F08}"/>
          </ac:spMkLst>
        </pc:spChg>
        <pc:picChg chg="del">
          <ac:chgData name="Upul Gunawardana" userId="d78f31a5-8ae7-4659-910b-ce777cc612cd" providerId="ADAL" clId="{4F76F036-9BB5-42E2-9AC4-DBDA63D429CC}" dt="2022-05-19T15:04:49.806" v="17" actId="478"/>
          <ac:picMkLst>
            <pc:docMk/>
            <pc:sldMk cId="2499343035" sldId="351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2:27.290" v="210" actId="255"/>
        <pc:sldMkLst>
          <pc:docMk/>
          <pc:sldMk cId="998579272" sldId="352"/>
        </pc:sldMkLst>
        <pc:spChg chg="mod">
          <ac:chgData name="Upul Gunawardana" userId="d78f31a5-8ae7-4659-910b-ce777cc612cd" providerId="ADAL" clId="{4F76F036-9BB5-42E2-9AC4-DBDA63D429CC}" dt="2022-05-26T13:42:27.290" v="210" actId="255"/>
          <ac:spMkLst>
            <pc:docMk/>
            <pc:sldMk cId="998579272" sldId="352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04:45.777" v="16" actId="478"/>
          <ac:spMkLst>
            <pc:docMk/>
            <pc:sldMk cId="998579272" sldId="352"/>
            <ac:spMk id="6" creationId="{F9B733E2-76C9-2C12-7911-F7C5A24731C2}"/>
          </ac:spMkLst>
        </pc:spChg>
        <pc:picChg chg="del mod">
          <ac:chgData name="Upul Gunawardana" userId="d78f31a5-8ae7-4659-910b-ce777cc612cd" providerId="ADAL" clId="{4F76F036-9BB5-42E2-9AC4-DBDA63D429CC}" dt="2022-05-19T15:04:37.728" v="15" actId="478"/>
          <ac:picMkLst>
            <pc:docMk/>
            <pc:sldMk cId="998579272" sldId="352"/>
            <ac:picMk id="7" creationId="{F513D46B-113E-4705-8F69-598CC0C3861B}"/>
          </ac:picMkLst>
        </pc:picChg>
      </pc:sldChg>
      <pc:sldChg chg="add">
        <pc:chgData name="Upul Gunawardana" userId="d78f31a5-8ae7-4659-910b-ce777cc612cd" providerId="ADAL" clId="{4F76F036-9BB5-42E2-9AC4-DBDA63D429CC}" dt="2022-05-19T15:09:45.322" v="64"/>
        <pc:sldMkLst>
          <pc:docMk/>
          <pc:sldMk cId="1019396719" sldId="353"/>
        </pc:sldMkLst>
      </pc:sldChg>
      <pc:sldChg chg="addSp delSp modSp add mod">
        <pc:chgData name="Upul Gunawardana" userId="d78f31a5-8ae7-4659-910b-ce777cc612cd" providerId="ADAL" clId="{4F76F036-9BB5-42E2-9AC4-DBDA63D429CC}" dt="2022-05-26T13:42:01.212" v="208" actId="255"/>
        <pc:sldMkLst>
          <pc:docMk/>
          <pc:sldMk cId="705475898" sldId="354"/>
        </pc:sldMkLst>
        <pc:spChg chg="mod">
          <ac:chgData name="Upul Gunawardana" userId="d78f31a5-8ae7-4659-910b-ce777cc612cd" providerId="ADAL" clId="{4F76F036-9BB5-42E2-9AC4-DBDA63D429CC}" dt="2022-05-26T13:42:01.212" v="208" actId="255"/>
          <ac:spMkLst>
            <pc:docMk/>
            <pc:sldMk cId="705475898" sldId="354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11:36.291" v="76" actId="478"/>
          <ac:spMkLst>
            <pc:docMk/>
            <pc:sldMk cId="705475898" sldId="354"/>
            <ac:spMk id="4" creationId="{27802F8A-B77E-CD2A-FA0A-5C51733D8EBD}"/>
          </ac:spMkLst>
        </pc:spChg>
        <pc:picChg chg="del">
          <ac:chgData name="Upul Gunawardana" userId="d78f31a5-8ae7-4659-910b-ce777cc612cd" providerId="ADAL" clId="{4F76F036-9BB5-42E2-9AC4-DBDA63D429CC}" dt="2022-05-19T15:11:31.096" v="75" actId="478"/>
          <ac:picMkLst>
            <pc:docMk/>
            <pc:sldMk cId="705475898" sldId="354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1:50.799" v="205" actId="255"/>
        <pc:sldMkLst>
          <pc:docMk/>
          <pc:sldMk cId="2979768481" sldId="355"/>
        </pc:sldMkLst>
        <pc:spChg chg="mod">
          <ac:chgData name="Upul Gunawardana" userId="d78f31a5-8ae7-4659-910b-ce777cc612cd" providerId="ADAL" clId="{4F76F036-9BB5-42E2-9AC4-DBDA63D429CC}" dt="2022-05-26T13:41:50.799" v="205" actId="255"/>
          <ac:spMkLst>
            <pc:docMk/>
            <pc:sldMk cId="2979768481" sldId="355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11:06.118" v="70" actId="478"/>
          <ac:spMkLst>
            <pc:docMk/>
            <pc:sldMk cId="2979768481" sldId="355"/>
            <ac:spMk id="4" creationId="{CF0541D5-5C15-1790-F8E6-2DE60EC28237}"/>
          </ac:spMkLst>
        </pc:spChg>
        <pc:picChg chg="del">
          <ac:chgData name="Upul Gunawardana" userId="d78f31a5-8ae7-4659-910b-ce777cc612cd" providerId="ADAL" clId="{4F76F036-9BB5-42E2-9AC4-DBDA63D429CC}" dt="2022-05-19T15:10:58.515" v="69" actId="478"/>
          <ac:picMkLst>
            <pc:docMk/>
            <pc:sldMk cId="2979768481" sldId="355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1:40.789" v="202" actId="255"/>
        <pc:sldMkLst>
          <pc:docMk/>
          <pc:sldMk cId="4225431077" sldId="356"/>
        </pc:sldMkLst>
        <pc:spChg chg="mod">
          <ac:chgData name="Upul Gunawardana" userId="d78f31a5-8ae7-4659-910b-ce777cc612cd" providerId="ADAL" clId="{4F76F036-9BB5-42E2-9AC4-DBDA63D429CC}" dt="2022-05-26T13:41:40.789" v="202" actId="255"/>
          <ac:spMkLst>
            <pc:docMk/>
            <pc:sldMk cId="4225431077" sldId="356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11:26.638" v="74" actId="478"/>
          <ac:spMkLst>
            <pc:docMk/>
            <pc:sldMk cId="4225431077" sldId="356"/>
            <ac:spMk id="6" creationId="{2806D09A-CF68-8825-D4BB-ABF1BE1372DC}"/>
          </ac:spMkLst>
        </pc:spChg>
        <pc:picChg chg="del">
          <ac:chgData name="Upul Gunawardana" userId="d78f31a5-8ae7-4659-910b-ce777cc612cd" providerId="ADAL" clId="{4F76F036-9BB5-42E2-9AC4-DBDA63D429CC}" dt="2022-05-19T15:11:23.445" v="73" actId="478"/>
          <ac:picMkLst>
            <pc:docMk/>
            <pc:sldMk cId="4225431077" sldId="356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1:17.569" v="198" actId="255"/>
        <pc:sldMkLst>
          <pc:docMk/>
          <pc:sldMk cId="2724967461" sldId="357"/>
        </pc:sldMkLst>
        <pc:spChg chg="mod">
          <ac:chgData name="Upul Gunawardana" userId="d78f31a5-8ae7-4659-910b-ce777cc612cd" providerId="ADAL" clId="{4F76F036-9BB5-42E2-9AC4-DBDA63D429CC}" dt="2022-05-26T13:41:17.569" v="198" actId="255"/>
          <ac:spMkLst>
            <pc:docMk/>
            <pc:sldMk cId="2724967461" sldId="357"/>
            <ac:spMk id="2" creationId="{CCA020EB-E874-4690-8D86-2DF0D7401D15}"/>
          </ac:spMkLst>
        </pc:spChg>
        <pc:spChg chg="add del mod">
          <ac:chgData name="Upul Gunawardana" userId="d78f31a5-8ae7-4659-910b-ce777cc612cd" providerId="ADAL" clId="{4F76F036-9BB5-42E2-9AC4-DBDA63D429CC}" dt="2022-05-19T15:11:16.918" v="72" actId="478"/>
          <ac:spMkLst>
            <pc:docMk/>
            <pc:sldMk cId="2724967461" sldId="357"/>
            <ac:spMk id="4" creationId="{7CB03085-D338-AAAC-E5F2-B669360849BC}"/>
          </ac:spMkLst>
        </pc:spChg>
        <pc:picChg chg="del">
          <ac:chgData name="Upul Gunawardana" userId="d78f31a5-8ae7-4659-910b-ce777cc612cd" providerId="ADAL" clId="{4F76F036-9BB5-42E2-9AC4-DBDA63D429CC}" dt="2022-05-19T15:11:12.601" v="71" actId="478"/>
          <ac:picMkLst>
            <pc:docMk/>
            <pc:sldMk cId="2724967461" sldId="357"/>
            <ac:picMk id="7" creationId="{F513D46B-113E-4705-8F69-598CC0C3861B}"/>
          </ac:picMkLst>
        </pc:picChg>
      </pc:sldChg>
      <pc:sldChg chg="addSp delSp modSp add mod">
        <pc:chgData name="Upul Gunawardana" userId="d78f31a5-8ae7-4659-910b-ce777cc612cd" providerId="ADAL" clId="{4F76F036-9BB5-42E2-9AC4-DBDA63D429CC}" dt="2022-05-26T13:41:05.831" v="195" actId="255"/>
        <pc:sldMkLst>
          <pc:docMk/>
          <pc:sldMk cId="4003016338" sldId="358"/>
        </pc:sldMkLst>
        <pc:spChg chg="mod">
          <ac:chgData name="Upul Gunawardana" userId="d78f31a5-8ae7-4659-910b-ce777cc612cd" providerId="ADAL" clId="{4F76F036-9BB5-42E2-9AC4-DBDA63D429CC}" dt="2022-05-26T13:41:05.831" v="195" actId="255"/>
          <ac:spMkLst>
            <pc:docMk/>
            <pc:sldMk cId="4003016338" sldId="358"/>
            <ac:spMk id="2" creationId="{CCA020EB-E874-4690-8D86-2DF0D7401D15}"/>
          </ac:spMkLst>
        </pc:spChg>
        <pc:spChg chg="add del">
          <ac:chgData name="Upul Gunawardana" userId="d78f31a5-8ae7-4659-910b-ce777cc612cd" providerId="ADAL" clId="{4F76F036-9BB5-42E2-9AC4-DBDA63D429CC}" dt="2022-05-19T15:11:52.471" v="79" actId="478"/>
          <ac:spMkLst>
            <pc:docMk/>
            <pc:sldMk cId="4003016338" sldId="358"/>
            <ac:spMk id="3" creationId="{17FFD5DA-DD52-48BC-91FD-5DFD6258AA33}"/>
          </ac:spMkLst>
        </pc:spChg>
        <pc:spChg chg="add del mod">
          <ac:chgData name="Upul Gunawardana" userId="d78f31a5-8ae7-4659-910b-ce777cc612cd" providerId="ADAL" clId="{4F76F036-9BB5-42E2-9AC4-DBDA63D429CC}" dt="2022-05-19T15:11:56.383" v="80" actId="478"/>
          <ac:spMkLst>
            <pc:docMk/>
            <pc:sldMk cId="4003016338" sldId="358"/>
            <ac:spMk id="6" creationId="{873100F3-BF6E-16E2-4CAF-930F3B6E74C2}"/>
          </ac:spMkLst>
        </pc:spChg>
        <pc:picChg chg="del">
          <ac:chgData name="Upul Gunawardana" userId="d78f31a5-8ae7-4659-910b-ce777cc612cd" providerId="ADAL" clId="{4F76F036-9BB5-42E2-9AC4-DBDA63D429CC}" dt="2022-05-19T15:11:43.269" v="77" actId="478"/>
          <ac:picMkLst>
            <pc:docMk/>
            <pc:sldMk cId="4003016338" sldId="358"/>
            <ac:picMk id="7" creationId="{F513D46B-113E-4705-8F69-598CC0C3861B}"/>
          </ac:picMkLst>
        </pc:picChg>
      </pc:sldChg>
    </pc:docChg>
  </pc:docChgLst>
  <pc:docChgLst>
    <pc:chgData name="Upul Gunawardana" userId="d78f31a5-8ae7-4659-910b-ce777cc612cd" providerId="ADAL" clId="{D5C1AB9F-62F9-45E3-A930-A13CB65CE0EE}"/>
    <pc:docChg chg="undo custSel modSld">
      <pc:chgData name="Upul Gunawardana" userId="d78f31a5-8ae7-4659-910b-ce777cc612cd" providerId="ADAL" clId="{D5C1AB9F-62F9-45E3-A930-A13CB65CE0EE}" dt="2023-05-18T09:33:48.948" v="364" actId="20577"/>
      <pc:docMkLst>
        <pc:docMk/>
      </pc:docMkLst>
      <pc:sldChg chg="modSp mod">
        <pc:chgData name="Upul Gunawardana" userId="d78f31a5-8ae7-4659-910b-ce777cc612cd" providerId="ADAL" clId="{D5C1AB9F-62F9-45E3-A930-A13CB65CE0EE}" dt="2023-05-18T09:30:09.019" v="340" actId="403"/>
        <pc:sldMkLst>
          <pc:docMk/>
          <pc:sldMk cId="2173462135" sldId="295"/>
        </pc:sldMkLst>
        <pc:spChg chg="mod">
          <ac:chgData name="Upul Gunawardana" userId="d78f31a5-8ae7-4659-910b-ce777cc612cd" providerId="ADAL" clId="{D5C1AB9F-62F9-45E3-A930-A13CB65CE0EE}" dt="2023-05-18T09:30:09.019" v="340" actId="403"/>
          <ac:spMkLst>
            <pc:docMk/>
            <pc:sldMk cId="2173462135" sldId="295"/>
            <ac:spMk id="2" creationId="{CCA020EB-E874-4690-8D86-2DF0D7401D15}"/>
          </ac:spMkLst>
        </pc:spChg>
      </pc:sldChg>
      <pc:sldChg chg="delSp modSp mod">
        <pc:chgData name="Upul Gunawardana" userId="d78f31a5-8ae7-4659-910b-ce777cc612cd" providerId="ADAL" clId="{D5C1AB9F-62F9-45E3-A930-A13CB65CE0EE}" dt="2023-05-18T09:30:12.799" v="341" actId="403"/>
        <pc:sldMkLst>
          <pc:docMk/>
          <pc:sldMk cId="66705858" sldId="296"/>
        </pc:sldMkLst>
        <pc:spChg chg="mod">
          <ac:chgData name="Upul Gunawardana" userId="d78f31a5-8ae7-4659-910b-ce777cc612cd" providerId="ADAL" clId="{D5C1AB9F-62F9-45E3-A930-A13CB65CE0EE}" dt="2023-05-18T09:30:12.799" v="341" actId="403"/>
          <ac:spMkLst>
            <pc:docMk/>
            <pc:sldMk cId="66705858" sldId="296"/>
            <ac:spMk id="2" creationId="{CCA020EB-E874-4690-8D86-2DF0D7401D15}"/>
          </ac:spMkLst>
        </pc:spChg>
        <pc:spChg chg="del mod">
          <ac:chgData name="Upul Gunawardana" userId="d78f31a5-8ae7-4659-910b-ce777cc612cd" providerId="ADAL" clId="{D5C1AB9F-62F9-45E3-A930-A13CB65CE0EE}" dt="2023-05-16T01:42:15.673" v="13" actId="478"/>
          <ac:spMkLst>
            <pc:docMk/>
            <pc:sldMk cId="66705858" sldId="296"/>
            <ac:spMk id="6" creationId="{42D46BB4-5BAF-F39D-9E00-B6C90C995AE8}"/>
          </ac:spMkLst>
        </pc:spChg>
      </pc:sldChg>
      <pc:sldChg chg="modSp mod">
        <pc:chgData name="Upul Gunawardana" userId="d78f31a5-8ae7-4659-910b-ce777cc612cd" providerId="ADAL" clId="{D5C1AB9F-62F9-45E3-A930-A13CB65CE0EE}" dt="2023-05-18T09:30:43.040" v="345" actId="14100"/>
        <pc:sldMkLst>
          <pc:docMk/>
          <pc:sldMk cId="493071822" sldId="300"/>
        </pc:sldMkLst>
        <pc:spChg chg="mod">
          <ac:chgData name="Upul Gunawardana" userId="d78f31a5-8ae7-4659-910b-ce777cc612cd" providerId="ADAL" clId="{D5C1AB9F-62F9-45E3-A930-A13CB65CE0EE}" dt="2023-05-18T09:30:43.040" v="345" actId="14100"/>
          <ac:spMkLst>
            <pc:docMk/>
            <pc:sldMk cId="493071822" sldId="300"/>
            <ac:spMk id="2" creationId="{CCA020EB-E874-4690-8D86-2DF0D7401D15}"/>
          </ac:spMkLst>
        </pc:spChg>
      </pc:sldChg>
      <pc:sldChg chg="modSp mod">
        <pc:chgData name="Upul Gunawardana" userId="d78f31a5-8ae7-4659-910b-ce777cc612cd" providerId="ADAL" clId="{D5C1AB9F-62F9-45E3-A930-A13CB65CE0EE}" dt="2023-05-16T01:42:23.582" v="17" actId="403"/>
        <pc:sldMkLst>
          <pc:docMk/>
          <pc:sldMk cId="1900838102" sldId="301"/>
        </pc:sldMkLst>
        <pc:spChg chg="mod">
          <ac:chgData name="Upul Gunawardana" userId="d78f31a5-8ae7-4659-910b-ce777cc612cd" providerId="ADAL" clId="{D5C1AB9F-62F9-45E3-A930-A13CB65CE0EE}" dt="2023-05-16T01:42:23.582" v="17" actId="403"/>
          <ac:spMkLst>
            <pc:docMk/>
            <pc:sldMk cId="1900838102" sldId="301"/>
            <ac:spMk id="2" creationId="{CCA020EB-E874-4690-8D86-2DF0D7401D15}"/>
          </ac:spMkLst>
        </pc:spChg>
      </pc:sldChg>
      <pc:sldChg chg="modSp mod">
        <pc:chgData name="Upul Gunawardana" userId="d78f31a5-8ae7-4659-910b-ce777cc612cd" providerId="ADAL" clId="{D5C1AB9F-62F9-45E3-A930-A13CB65CE0EE}" dt="2023-05-18T09:30:31.344" v="344" actId="255"/>
        <pc:sldMkLst>
          <pc:docMk/>
          <pc:sldMk cId="2034452568" sldId="302"/>
        </pc:sldMkLst>
        <pc:spChg chg="mod">
          <ac:chgData name="Upul Gunawardana" userId="d78f31a5-8ae7-4659-910b-ce777cc612cd" providerId="ADAL" clId="{D5C1AB9F-62F9-45E3-A930-A13CB65CE0EE}" dt="2023-05-18T09:30:31.344" v="344" actId="255"/>
          <ac:spMkLst>
            <pc:docMk/>
            <pc:sldMk cId="2034452568" sldId="302"/>
            <ac:spMk id="2" creationId="{CCA020EB-E874-4690-8D86-2DF0D7401D15}"/>
          </ac:spMkLst>
        </pc:spChg>
      </pc:sldChg>
      <pc:sldChg chg="addSp delSp modSp mod">
        <pc:chgData name="Upul Gunawardana" userId="d78f31a5-8ae7-4659-910b-ce777cc612cd" providerId="ADAL" clId="{D5C1AB9F-62F9-45E3-A930-A13CB65CE0EE}" dt="2023-05-16T01:47:05.761" v="292" actId="1076"/>
        <pc:sldMkLst>
          <pc:docMk/>
          <pc:sldMk cId="1606382114" sldId="303"/>
        </pc:sldMkLst>
        <pc:spChg chg="mod">
          <ac:chgData name="Upul Gunawardana" userId="d78f31a5-8ae7-4659-910b-ce777cc612cd" providerId="ADAL" clId="{D5C1AB9F-62F9-45E3-A930-A13CB65CE0EE}" dt="2023-05-16T01:47:02.319" v="291" actId="1076"/>
          <ac:spMkLst>
            <pc:docMk/>
            <pc:sldMk cId="1606382114" sldId="303"/>
            <ac:spMk id="2" creationId="{CCA020EB-E874-4690-8D86-2DF0D7401D15}"/>
          </ac:spMkLst>
        </pc:spChg>
        <pc:spChg chg="del mod">
          <ac:chgData name="Upul Gunawardana" userId="d78f31a5-8ae7-4659-910b-ce777cc612cd" providerId="ADAL" clId="{D5C1AB9F-62F9-45E3-A930-A13CB65CE0EE}" dt="2023-05-16T01:43:12.429" v="30" actId="3680"/>
          <ac:spMkLst>
            <pc:docMk/>
            <pc:sldMk cId="1606382114" sldId="303"/>
            <ac:spMk id="4" creationId="{9356D616-81EA-01B6-D8B9-371C421C583A}"/>
          </ac:spMkLst>
        </pc:spChg>
        <pc:spChg chg="add mod">
          <ac:chgData name="Upul Gunawardana" userId="d78f31a5-8ae7-4659-910b-ce777cc612cd" providerId="ADAL" clId="{D5C1AB9F-62F9-45E3-A930-A13CB65CE0EE}" dt="2023-05-16T01:47:05.761" v="292" actId="1076"/>
          <ac:spMkLst>
            <pc:docMk/>
            <pc:sldMk cId="1606382114" sldId="303"/>
            <ac:spMk id="6" creationId="{48BCBE05-6EFC-7894-3656-B4F3AEDAEE41}"/>
          </ac:spMkLst>
        </pc:spChg>
        <pc:graphicFrameChg chg="add mod ord modGraphic">
          <ac:chgData name="Upul Gunawardana" userId="d78f31a5-8ae7-4659-910b-ce777cc612cd" providerId="ADAL" clId="{D5C1AB9F-62F9-45E3-A930-A13CB65CE0EE}" dt="2023-05-16T01:46:53.039" v="290" actId="20577"/>
          <ac:graphicFrameMkLst>
            <pc:docMk/>
            <pc:sldMk cId="1606382114" sldId="303"/>
            <ac:graphicFrameMk id="3" creationId="{10259967-D40C-3D50-E220-8EE8AFEC3A99}"/>
          </ac:graphicFrameMkLst>
        </pc:graphicFrameChg>
        <pc:picChg chg="del mod">
          <ac:chgData name="Upul Gunawardana" userId="d78f31a5-8ae7-4659-910b-ce777cc612cd" providerId="ADAL" clId="{D5C1AB9F-62F9-45E3-A930-A13CB65CE0EE}" dt="2023-05-16T01:46:42.775" v="285" actId="478"/>
          <ac:picMkLst>
            <pc:docMk/>
            <pc:sldMk cId="1606382114" sldId="303"/>
            <ac:picMk id="9" creationId="{82930DA6-7EAF-48DE-88F5-4E16F9AB8743}"/>
          </ac:picMkLst>
        </pc:picChg>
      </pc:sldChg>
      <pc:sldChg chg="modSp mod">
        <pc:chgData name="Upul Gunawardana" userId="d78f31a5-8ae7-4659-910b-ce777cc612cd" providerId="ADAL" clId="{D5C1AB9F-62F9-45E3-A930-A13CB65CE0EE}" dt="2023-05-18T09:31:35.940" v="352" actId="207"/>
        <pc:sldMkLst>
          <pc:docMk/>
          <pc:sldMk cId="3062573951" sldId="306"/>
        </pc:sldMkLst>
        <pc:spChg chg="mod">
          <ac:chgData name="Upul Gunawardana" userId="d78f31a5-8ae7-4659-910b-ce777cc612cd" providerId="ADAL" clId="{D5C1AB9F-62F9-45E3-A930-A13CB65CE0EE}" dt="2023-05-18T09:31:04.460" v="351" actId="14100"/>
          <ac:spMkLst>
            <pc:docMk/>
            <pc:sldMk cId="3062573951" sldId="306"/>
            <ac:spMk id="2" creationId="{CCA020EB-E874-4690-8D86-2DF0D7401D15}"/>
          </ac:spMkLst>
        </pc:spChg>
        <pc:spChg chg="mod">
          <ac:chgData name="Upul Gunawardana" userId="d78f31a5-8ae7-4659-910b-ce777cc612cd" providerId="ADAL" clId="{D5C1AB9F-62F9-45E3-A930-A13CB65CE0EE}" dt="2023-05-18T09:31:35.940" v="352" actId="207"/>
          <ac:spMkLst>
            <pc:docMk/>
            <pc:sldMk cId="3062573951" sldId="306"/>
            <ac:spMk id="16" creationId="{B26BEBD2-7F05-4C60-95C7-6D70BD046FC9}"/>
          </ac:spMkLst>
        </pc:spChg>
      </pc:sldChg>
      <pc:sldChg chg="modSp mod">
        <pc:chgData name="Upul Gunawardana" userId="d78f31a5-8ae7-4659-910b-ce777cc612cd" providerId="ADAL" clId="{D5C1AB9F-62F9-45E3-A930-A13CB65CE0EE}" dt="2023-05-16T01:49:15.646" v="293" actId="20577"/>
        <pc:sldMkLst>
          <pc:docMk/>
          <pc:sldMk cId="2847088602" sldId="307"/>
        </pc:sldMkLst>
        <pc:spChg chg="mod">
          <ac:chgData name="Upul Gunawardana" userId="d78f31a5-8ae7-4659-910b-ce777cc612cd" providerId="ADAL" clId="{D5C1AB9F-62F9-45E3-A930-A13CB65CE0EE}" dt="2023-05-16T01:49:15.646" v="293" actId="20577"/>
          <ac:spMkLst>
            <pc:docMk/>
            <pc:sldMk cId="2847088602" sldId="307"/>
            <ac:spMk id="10" creationId="{D0A7351B-0A11-43D5-870C-B98C23F8E2BA}"/>
          </ac:spMkLst>
        </pc:spChg>
      </pc:sldChg>
      <pc:sldChg chg="modSp mod">
        <pc:chgData name="Upul Gunawardana" userId="d78f31a5-8ae7-4659-910b-ce777cc612cd" providerId="ADAL" clId="{D5C1AB9F-62F9-45E3-A930-A13CB65CE0EE}" dt="2023-05-16T01:49:46.078" v="295" actId="1076"/>
        <pc:sldMkLst>
          <pc:docMk/>
          <pc:sldMk cId="183209595" sldId="308"/>
        </pc:sldMkLst>
        <pc:grpChg chg="mod">
          <ac:chgData name="Upul Gunawardana" userId="d78f31a5-8ae7-4659-910b-ce777cc612cd" providerId="ADAL" clId="{D5C1AB9F-62F9-45E3-A930-A13CB65CE0EE}" dt="2023-05-16T01:49:46.078" v="295" actId="1076"/>
          <ac:grpSpMkLst>
            <pc:docMk/>
            <pc:sldMk cId="183209595" sldId="308"/>
            <ac:grpSpMk id="3" creationId="{41FCE07F-6291-4DD5-B8BD-E866662021B1}"/>
          </ac:grpSpMkLst>
        </pc:grpChg>
        <pc:picChg chg="mod">
          <ac:chgData name="Upul Gunawardana" userId="d78f31a5-8ae7-4659-910b-ce777cc612cd" providerId="ADAL" clId="{D5C1AB9F-62F9-45E3-A930-A13CB65CE0EE}" dt="2023-05-16T01:49:38.182" v="294" actId="1076"/>
          <ac:picMkLst>
            <pc:docMk/>
            <pc:sldMk cId="183209595" sldId="308"/>
            <ac:picMk id="10" creationId="{25AF4F9A-D53C-48D6-8518-3B7F83326654}"/>
          </ac:picMkLst>
        </pc:picChg>
      </pc:sldChg>
      <pc:sldChg chg="modSp mod">
        <pc:chgData name="Upul Gunawardana" userId="d78f31a5-8ae7-4659-910b-ce777cc612cd" providerId="ADAL" clId="{D5C1AB9F-62F9-45E3-A930-A13CB65CE0EE}" dt="2023-05-16T06:58:50.566" v="304" actId="20577"/>
        <pc:sldMkLst>
          <pc:docMk/>
          <pc:sldMk cId="3417761611" sldId="310"/>
        </pc:sldMkLst>
        <pc:graphicFrameChg chg="modGraphic">
          <ac:chgData name="Upul Gunawardana" userId="d78f31a5-8ae7-4659-910b-ce777cc612cd" providerId="ADAL" clId="{D5C1AB9F-62F9-45E3-A930-A13CB65CE0EE}" dt="2023-05-16T06:58:50.566" v="304" actId="20577"/>
          <ac:graphicFrameMkLst>
            <pc:docMk/>
            <pc:sldMk cId="3417761611" sldId="310"/>
            <ac:graphicFrameMk id="3" creationId="{7E8386D0-0392-439E-8968-3D2F75077B09}"/>
          </ac:graphicFrameMkLst>
        </pc:graphicFrameChg>
      </pc:sldChg>
      <pc:sldChg chg="modSp mod">
        <pc:chgData name="Upul Gunawardana" userId="d78f31a5-8ae7-4659-910b-ce777cc612cd" providerId="ADAL" clId="{D5C1AB9F-62F9-45E3-A930-A13CB65CE0EE}" dt="2023-05-16T01:50:55.571" v="296" actId="20577"/>
        <pc:sldMkLst>
          <pc:docMk/>
          <pc:sldMk cId="745318410" sldId="311"/>
        </pc:sldMkLst>
        <pc:spChg chg="mod">
          <ac:chgData name="Upul Gunawardana" userId="d78f31a5-8ae7-4659-910b-ce777cc612cd" providerId="ADAL" clId="{D5C1AB9F-62F9-45E3-A930-A13CB65CE0EE}" dt="2023-05-16T01:50:55.571" v="296" actId="20577"/>
          <ac:spMkLst>
            <pc:docMk/>
            <pc:sldMk cId="745318410" sldId="311"/>
            <ac:spMk id="27" creationId="{3CA3EBE7-0F44-4544-9186-5E089F006D88}"/>
          </ac:spMkLst>
        </pc:spChg>
      </pc:sldChg>
      <pc:sldChg chg="modSp mod">
        <pc:chgData name="Upul Gunawardana" userId="d78f31a5-8ae7-4659-910b-ce777cc612cd" providerId="ADAL" clId="{D5C1AB9F-62F9-45E3-A930-A13CB65CE0EE}" dt="2023-05-18T09:32:58.065" v="355" actId="114"/>
        <pc:sldMkLst>
          <pc:docMk/>
          <pc:sldMk cId="2467458775" sldId="315"/>
        </pc:sldMkLst>
        <pc:spChg chg="mod">
          <ac:chgData name="Upul Gunawardana" userId="d78f31a5-8ae7-4659-910b-ce777cc612cd" providerId="ADAL" clId="{D5C1AB9F-62F9-45E3-A930-A13CB65CE0EE}" dt="2023-05-18T09:32:58.065" v="355" actId="114"/>
          <ac:spMkLst>
            <pc:docMk/>
            <pc:sldMk cId="2467458775" sldId="315"/>
            <ac:spMk id="6" creationId="{ADF60B4E-9E94-4F1B-BA64-728578CA2E3C}"/>
          </ac:spMkLst>
        </pc:spChg>
      </pc:sldChg>
      <pc:sldChg chg="modSp mod">
        <pc:chgData name="Upul Gunawardana" userId="d78f31a5-8ae7-4659-910b-ce777cc612cd" providerId="ADAL" clId="{D5C1AB9F-62F9-45E3-A930-A13CB65CE0EE}" dt="2023-05-18T09:32:42.660" v="353" actId="114"/>
        <pc:sldMkLst>
          <pc:docMk/>
          <pc:sldMk cId="158365919" sldId="316"/>
        </pc:sldMkLst>
        <pc:spChg chg="mod">
          <ac:chgData name="Upul Gunawardana" userId="d78f31a5-8ae7-4659-910b-ce777cc612cd" providerId="ADAL" clId="{D5C1AB9F-62F9-45E3-A930-A13CB65CE0EE}" dt="2023-05-18T09:32:42.660" v="353" actId="114"/>
          <ac:spMkLst>
            <pc:docMk/>
            <pc:sldMk cId="158365919" sldId="316"/>
            <ac:spMk id="13" creationId="{9FA90980-C36E-45B3-B648-CD923FF5F770}"/>
          </ac:spMkLst>
        </pc:spChg>
      </pc:sldChg>
      <pc:sldChg chg="modSp mod">
        <pc:chgData name="Upul Gunawardana" userId="d78f31a5-8ae7-4659-910b-ce777cc612cd" providerId="ADAL" clId="{D5C1AB9F-62F9-45E3-A930-A13CB65CE0EE}" dt="2023-05-18T09:33:21.953" v="357" actId="108"/>
        <pc:sldMkLst>
          <pc:docMk/>
          <pc:sldMk cId="3243191069" sldId="317"/>
        </pc:sldMkLst>
        <pc:spChg chg="mod">
          <ac:chgData name="Upul Gunawardana" userId="d78f31a5-8ae7-4659-910b-ce777cc612cd" providerId="ADAL" clId="{D5C1AB9F-62F9-45E3-A930-A13CB65CE0EE}" dt="2023-05-18T09:33:21.953" v="357" actId="108"/>
          <ac:spMkLst>
            <pc:docMk/>
            <pc:sldMk cId="3243191069" sldId="317"/>
            <ac:spMk id="6" creationId="{A9B62887-9334-4074-BDC7-A47873B6DC19}"/>
          </ac:spMkLst>
        </pc:spChg>
      </pc:sldChg>
      <pc:sldChg chg="modSp mod">
        <pc:chgData name="Upul Gunawardana" userId="d78f31a5-8ae7-4659-910b-ce777cc612cd" providerId="ADAL" clId="{D5C1AB9F-62F9-45E3-A930-A13CB65CE0EE}" dt="2023-05-16T01:54:36.667" v="300" actId="2711"/>
        <pc:sldMkLst>
          <pc:docMk/>
          <pc:sldMk cId="3523230868" sldId="318"/>
        </pc:sldMkLst>
        <pc:spChg chg="mod">
          <ac:chgData name="Upul Gunawardana" userId="d78f31a5-8ae7-4659-910b-ce777cc612cd" providerId="ADAL" clId="{D5C1AB9F-62F9-45E3-A930-A13CB65CE0EE}" dt="2023-05-16T01:54:36.667" v="300" actId="2711"/>
          <ac:spMkLst>
            <pc:docMk/>
            <pc:sldMk cId="3523230868" sldId="318"/>
            <ac:spMk id="11" creationId="{68E3BA5E-49EA-4FF8-8660-88902C8E7A28}"/>
          </ac:spMkLst>
        </pc:spChg>
      </pc:sldChg>
      <pc:sldChg chg="modSp mod">
        <pc:chgData name="Upul Gunawardana" userId="d78f31a5-8ae7-4659-910b-ce777cc612cd" providerId="ADAL" clId="{D5C1AB9F-62F9-45E3-A930-A13CB65CE0EE}" dt="2023-05-16T01:54:43.036" v="301" actId="2711"/>
        <pc:sldMkLst>
          <pc:docMk/>
          <pc:sldMk cId="3367463807" sldId="319"/>
        </pc:sldMkLst>
        <pc:spChg chg="mod">
          <ac:chgData name="Upul Gunawardana" userId="d78f31a5-8ae7-4659-910b-ce777cc612cd" providerId="ADAL" clId="{D5C1AB9F-62F9-45E3-A930-A13CB65CE0EE}" dt="2023-05-16T01:54:43.036" v="301" actId="2711"/>
          <ac:spMkLst>
            <pc:docMk/>
            <pc:sldMk cId="3367463807" sldId="319"/>
            <ac:spMk id="8" creationId="{0EECF6C3-E464-4483-83E9-C9D00BC8292D}"/>
          </ac:spMkLst>
        </pc:spChg>
      </pc:sldChg>
      <pc:sldChg chg="modSp mod">
        <pc:chgData name="Upul Gunawardana" userId="d78f31a5-8ae7-4659-910b-ce777cc612cd" providerId="ADAL" clId="{D5C1AB9F-62F9-45E3-A930-A13CB65CE0EE}" dt="2023-05-16T01:54:52.935" v="302" actId="2711"/>
        <pc:sldMkLst>
          <pc:docMk/>
          <pc:sldMk cId="34533435" sldId="320"/>
        </pc:sldMkLst>
        <pc:spChg chg="mod">
          <ac:chgData name="Upul Gunawardana" userId="d78f31a5-8ae7-4659-910b-ce777cc612cd" providerId="ADAL" clId="{D5C1AB9F-62F9-45E3-A930-A13CB65CE0EE}" dt="2023-05-16T01:54:52.935" v="302" actId="2711"/>
          <ac:spMkLst>
            <pc:docMk/>
            <pc:sldMk cId="34533435" sldId="320"/>
            <ac:spMk id="10" creationId="{C606B65D-9C5D-43A0-905A-3C782D00616D}"/>
          </ac:spMkLst>
        </pc:spChg>
      </pc:sldChg>
      <pc:sldChg chg="modSp mod">
        <pc:chgData name="Upul Gunawardana" userId="d78f31a5-8ae7-4659-910b-ce777cc612cd" providerId="ADAL" clId="{D5C1AB9F-62F9-45E3-A930-A13CB65CE0EE}" dt="2023-05-18T09:33:48.948" v="364" actId="20577"/>
        <pc:sldMkLst>
          <pc:docMk/>
          <pc:sldMk cId="3112112965" sldId="321"/>
        </pc:sldMkLst>
        <pc:spChg chg="mod">
          <ac:chgData name="Upul Gunawardana" userId="d78f31a5-8ae7-4659-910b-ce777cc612cd" providerId="ADAL" clId="{D5C1AB9F-62F9-45E3-A930-A13CB65CE0EE}" dt="2023-05-18T09:33:48.948" v="364" actId="20577"/>
          <ac:spMkLst>
            <pc:docMk/>
            <pc:sldMk cId="3112112965" sldId="321"/>
            <ac:spMk id="9" creationId="{9504EBB1-764E-41C3-89A4-6A36554179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5/14/2024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14/05/2024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14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0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5/14/2024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9" r:id="rId27"/>
    <p:sldLayoutId id="2147483688" r:id="rId28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186-basic-file-io/" TargetMode="Externa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cppreference.com/w/cpp/language/operator_arithmetic#Unary_arithmetic_operators" TargetMode="External"/><Relationship Id="rId13" Type="http://schemas.openxmlformats.org/officeDocument/2006/relationships/hyperlink" Target="https://en.cppreference.com/w/cpp/language/operator_arithmetic#Bitwise_shift_operators" TargetMode="External"/><Relationship Id="rId18" Type="http://schemas.openxmlformats.org/officeDocument/2006/relationships/hyperlink" Target="https://en.cppreference.com/w/cpp/language/operator_assignment#Builtin_direct_assignment" TargetMode="External"/><Relationship Id="rId3" Type="http://schemas.openxmlformats.org/officeDocument/2006/relationships/hyperlink" Target="https://en.cppreference.com/w/cpp/language/operator_incdec" TargetMode="External"/><Relationship Id="rId7" Type="http://schemas.openxmlformats.org/officeDocument/2006/relationships/hyperlink" Target="https://en.cppreference.com/w/cpp/language/operator_member_access#Built-in_member_access_operators" TargetMode="External"/><Relationship Id="rId12" Type="http://schemas.openxmlformats.org/officeDocument/2006/relationships/hyperlink" Target="https://en.cppreference.com/w/cpp/language/operator_arithmetic#Additive_operators" TargetMode="External"/><Relationship Id="rId17" Type="http://schemas.openxmlformats.org/officeDocument/2006/relationships/hyperlink" Target="https://en.cppreference.com/w/cpp/language/operator_precedence#cite_note-2" TargetMode="External"/><Relationship Id="rId2" Type="http://schemas.openxmlformats.org/officeDocument/2006/relationships/hyperlink" Target="https://en.cppreference.com/w/cpp/language/identifiers#Qualified_identifiers" TargetMode="External"/><Relationship Id="rId16" Type="http://schemas.openxmlformats.org/officeDocument/2006/relationships/hyperlink" Target="https://en.cppreference.com/w/cpp/language/operator_other#Conditional_operator" TargetMode="External"/><Relationship Id="rId20" Type="http://schemas.openxmlformats.org/officeDocument/2006/relationships/hyperlink" Target="https://en.cppreference.com/w/cpp/language/operator_other#Built-in_comma_operator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en.cppreference.com/w/cpp/language/operator_member_access#Built-in_subscript_operator" TargetMode="External"/><Relationship Id="rId11" Type="http://schemas.openxmlformats.org/officeDocument/2006/relationships/hyperlink" Target="https://en.cppreference.com/w/cpp/language/operator_arithmetic#Multiplicative_operators" TargetMode="External"/><Relationship Id="rId5" Type="http://schemas.openxmlformats.org/officeDocument/2006/relationships/hyperlink" Target="https://en.cppreference.com/w/cpp/language/operator_other#Built-in_function_call_operator" TargetMode="External"/><Relationship Id="rId15" Type="http://schemas.openxmlformats.org/officeDocument/2006/relationships/hyperlink" Target="https://en.cppreference.com/w/cpp/language/operator_comparison" TargetMode="External"/><Relationship Id="rId10" Type="http://schemas.openxmlformats.org/officeDocument/2006/relationships/hyperlink" Target="https://en.cppreference.com/w/cpp/language/operator_arithmetic#Bitwise_logic_operators" TargetMode="External"/><Relationship Id="rId19" Type="http://schemas.openxmlformats.org/officeDocument/2006/relationships/hyperlink" Target="https://en.cppreference.com/w/cpp/language/operator_assignment#Builtin_compound_assignment" TargetMode="External"/><Relationship Id="rId4" Type="http://schemas.openxmlformats.org/officeDocument/2006/relationships/hyperlink" Target="https://en.cppreference.com/w/cpp/language/explicit_cast" TargetMode="External"/><Relationship Id="rId9" Type="http://schemas.openxmlformats.org/officeDocument/2006/relationships/hyperlink" Target="https://en.cppreference.com/w/cpp/language/operator_logical" TargetMode="External"/><Relationship Id="rId14" Type="http://schemas.openxmlformats.org/officeDocument/2006/relationships/hyperlink" Target="https://en.cppreference.com/w/cpp/language/operator_comparison#Three-way_comparis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186-basic-file-io/" TargetMode="Externa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52-if-statements/" TargetMode="External"/><Relationship Id="rId2" Type="http://schemas.openxmlformats.org/officeDocument/2006/relationships/hyperlink" Target="https://cplusplus.com/doc/tutorial/control/" TargetMode="Externa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53-switch-statements/" TargetMode="External"/><Relationship Id="rId2" Type="http://schemas.openxmlformats.org/officeDocument/2006/relationships/hyperlink" Target="https://cplusplus.com/doc/tutorial/control/" TargetMode="Externa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en.cppreference.com/w/cpp/language/switch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55-while-statements/" TargetMode="External"/><Relationship Id="rId2" Type="http://schemas.openxmlformats.org/officeDocument/2006/relationships/hyperlink" Target="https://cplusplus.com/doc/tutorial/control/" TargetMode="External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56-do-while-statements/" TargetMode="External"/><Relationship Id="rId2" Type="http://schemas.openxmlformats.org/officeDocument/2006/relationships/hyperlink" Target="https://cplusplus.com/doc/tutorial/control/" TargetMode="External"/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57-for-statements/" TargetMode="External"/><Relationship Id="rId2" Type="http://schemas.openxmlformats.org/officeDocument/2006/relationships/hyperlink" Target="https://cplusplus.com/doc/tutorial/control/" TargetMode="External"/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reference/cstdlib/exit/?kw=exit" TargetMode="External"/><Relationship Id="rId2" Type="http://schemas.openxmlformats.org/officeDocument/2006/relationships/hyperlink" Target="https://cplusplus.com/doc/tutorial/control/" TargetMode="External"/><Relationship Id="rId1" Type="http://schemas.openxmlformats.org/officeDocument/2006/relationships/slideLayout" Target="../slideLayouts/slideLayout27.xml"/><Relationship Id="rId5" Type="http://schemas.openxmlformats.org/officeDocument/2006/relationships/hyperlink" Target="https://www.geeksforgeeks.org/exit-codes-in-c-c-with-examples/" TargetMode="External"/><Relationship Id="rId4" Type="http://schemas.openxmlformats.org/officeDocument/2006/relationships/hyperlink" Target="https://www.learncpp.com/cpp-tutorial/57-for-state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Assignments and </a:t>
            </a:r>
            <a:r>
              <a:rPr lang="en-GB" sz="4400"/>
              <a:t>Arithmetic Operators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60648"/>
            <a:ext cx="6580936" cy="576064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lang="en-GB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246216" y="109021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Assignment (=)</a:t>
            </a:r>
          </a:p>
          <a:p>
            <a:r>
              <a:rPr lang="en-AU" dirty="0"/>
              <a:t>Arithmetic operators (+, -, *, /, %)</a:t>
            </a:r>
          </a:p>
          <a:p>
            <a:r>
              <a:rPr lang="en-AU" dirty="0"/>
              <a:t>Compound assignment (+=,-=,*=,/=, %=, &gt;&gt;=,&lt;&lt;=, &amp;=, ^=, |=)</a:t>
            </a:r>
          </a:p>
          <a:p>
            <a:r>
              <a:rPr lang="en-AU" dirty="0"/>
              <a:t>Increase and decrease (++, --)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Relational and equality operators (&lt;, &gt;, &lt;=, &gt;=, ==, !=)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Logical operators (!, &amp;&amp;, ||)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Bitwise operators (&amp;, |, ^, ~, &lt;&lt;, &gt;&gt;)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Conditional operator (?)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Comma operator (,)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Bitwise operator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Explicit type casting operator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Precedence of operators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37" y="443522"/>
            <a:ext cx="6076880" cy="792087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</a:t>
            </a:r>
            <a:r>
              <a:rPr lang="en-A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(=)</a:t>
            </a:r>
            <a:endParaRPr lang="en-GB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E7E8B25-E747-407B-AFED-2157E8C6F27E}"/>
              </a:ext>
            </a:extLst>
          </p:cNvPr>
          <p:cNvGrpSpPr/>
          <p:nvPr/>
        </p:nvGrpSpPr>
        <p:grpSpPr>
          <a:xfrm>
            <a:off x="457200" y="1556792"/>
            <a:ext cx="8229600" cy="4525963"/>
            <a:chOff x="457200" y="1600200"/>
            <a:chExt cx="8229600" cy="4525963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9BB5B57C-03B7-49BD-AA66-1190B577F019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600200"/>
              <a:ext cx="8229600" cy="45259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Assignment operator assigns a 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value</a:t>
              </a:r>
              <a:r>
                <a:rPr lang="en-AU" dirty="0"/>
                <a:t> to a 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variable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a=5;</a:t>
              </a:r>
            </a:p>
            <a:p>
              <a:r>
                <a:rPr lang="en-AU" dirty="0"/>
                <a:t>Most important rule in ‘assignment’ is 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‘right-to-left’, i.e., the operation always takes place from the right to left.  a=b; (whatever in </a:t>
              </a:r>
              <a:r>
                <a:rPr lang="en-AU" b="1" i="1" dirty="0">
                  <a:solidFill>
                    <a:schemeClr val="accent2">
                      <a:lumMod val="75000"/>
                    </a:schemeClr>
                  </a:solidFill>
                </a:rPr>
                <a:t>a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 will be overwritten by the contents of </a:t>
              </a:r>
              <a:r>
                <a:rPr lang="en-AU" b="1" i="1" dirty="0">
                  <a:solidFill>
                    <a:schemeClr val="accent2">
                      <a:lumMod val="75000"/>
                    </a:schemeClr>
                  </a:solidFill>
                </a:rPr>
                <a:t>b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)</a:t>
              </a:r>
            </a:p>
            <a:p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a=2+(b=5);</a:t>
              </a:r>
              <a:r>
                <a:rPr lang="en-AU" dirty="0">
                  <a:solidFill>
                    <a:schemeClr val="accent6">
                      <a:lumMod val="75000"/>
                    </a:schemeClr>
                  </a:solidFill>
                </a:rPr>
                <a:t>			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b=5; a=2+b;</a:t>
              </a:r>
            </a:p>
            <a:p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a=b=c=5;</a:t>
              </a:r>
              <a:r>
                <a:rPr lang="en-AU" dirty="0">
                  <a:solidFill>
                    <a:schemeClr val="accent6">
                      <a:lumMod val="75000"/>
                    </a:schemeClr>
                  </a:solidFill>
                </a:rPr>
                <a:t>			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c=5; b=c; a=b;</a:t>
              </a:r>
            </a:p>
            <a:p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" name="Right Arrow 3">
              <a:extLst>
                <a:ext uri="{FF2B5EF4-FFF2-40B4-BE49-F238E27FC236}">
                  <a16:creationId xmlns:a16="http://schemas.microsoft.com/office/drawing/2014/main" id="{B4D11DD3-4BFE-4F5B-BF77-74ABF1C19101}"/>
                </a:ext>
              </a:extLst>
            </p:cNvPr>
            <p:cNvSpPr/>
            <p:nvPr/>
          </p:nvSpPr>
          <p:spPr>
            <a:xfrm>
              <a:off x="3168408" y="5105400"/>
              <a:ext cx="894152" cy="220285"/>
            </a:xfrm>
            <a:prstGeom prst="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3" name="Right Arrow 4">
              <a:extLst>
                <a:ext uri="{FF2B5EF4-FFF2-40B4-BE49-F238E27FC236}">
                  <a16:creationId xmlns:a16="http://schemas.microsoft.com/office/drawing/2014/main" id="{5206A857-45A4-4954-8898-9E2C9BE997C6}"/>
                </a:ext>
              </a:extLst>
            </p:cNvPr>
            <p:cNvSpPr/>
            <p:nvPr/>
          </p:nvSpPr>
          <p:spPr>
            <a:xfrm>
              <a:off x="3134225" y="5637376"/>
              <a:ext cx="894152" cy="220285"/>
            </a:xfrm>
            <a:prstGeom prst="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2688"/>
            <a:ext cx="6663288" cy="950087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Assignments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54D557A-27B6-478E-9360-4CF0C9B9D86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=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can be used to assign a value to multiple variables:</a:t>
            </a:r>
          </a:p>
          <a:p>
            <a:pPr lvl="1"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	x = y = z = 5;</a:t>
            </a: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Value of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=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is the value that is assigned</a:t>
            </a: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Associates right to left: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	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x = (y = (z = 5));</a:t>
            </a:r>
            <a:endParaRPr lang="en-US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83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6" y="354966"/>
            <a:ext cx="6509302" cy="983467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Combined Assignment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DFBD998-4E66-45F2-B759-24E6C28394B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1" y="1340768"/>
            <a:ext cx="80756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Look at the following statement:</a:t>
            </a:r>
            <a:br>
              <a:rPr lang="en-US" dirty="0">
                <a:latin typeface="Arial" charset="0"/>
                <a:ea typeface="ヒラギノ角ゴ Pro W3" charset="0"/>
                <a:cs typeface="Arial" charset="0"/>
              </a:rPr>
            </a:b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marL="0" indent="0">
              <a:buNone/>
            </a:pPr>
            <a:endParaRPr lang="en-US" sz="3600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 = sum + 1;</a:t>
            </a:r>
            <a:endParaRPr lang="en-US" sz="3200" dirty="0">
              <a:latin typeface="Arial" charset="0"/>
              <a:ea typeface="ヒラギノ角ゴ Pro W3" charset="0"/>
              <a:cs typeface="Arial" charset="0"/>
            </a:endParaRPr>
          </a:p>
          <a:p>
            <a:pPr lvl="1" algn="just">
              <a:buClr>
                <a:schemeClr val="tx1"/>
              </a:buClr>
              <a:buFontTx/>
              <a:buNone/>
            </a:pPr>
            <a:br>
              <a:rPr lang="en-US" sz="3200" dirty="0">
                <a:latin typeface="Arial" charset="0"/>
                <a:ea typeface="ヒラギノ角ゴ Pro W3" charset="0"/>
                <a:cs typeface="Arial" charset="0"/>
              </a:rPr>
            </a:b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 + 1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 adds 1 to the variable 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 and stores the result back into variable 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 using the assignment 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=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. 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9E79348-CE2E-4629-88A0-8EC6FD2A99C3}"/>
              </a:ext>
            </a:extLst>
          </p:cNvPr>
          <p:cNvSpPr/>
          <p:nvPr/>
        </p:nvSpPr>
        <p:spPr>
          <a:xfrm>
            <a:off x="2915816" y="242088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BA3234E-3E3F-4D77-857C-5DDFC48E1A5F}"/>
              </a:ext>
            </a:extLst>
          </p:cNvPr>
          <p:cNvSpPr/>
          <p:nvPr/>
        </p:nvSpPr>
        <p:spPr>
          <a:xfrm>
            <a:off x="1576942" y="242088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8C312-2742-4260-A225-9153FD863C67}"/>
              </a:ext>
            </a:extLst>
          </p:cNvPr>
          <p:cNvSpPr txBox="1"/>
          <p:nvPr/>
        </p:nvSpPr>
        <p:spPr>
          <a:xfrm>
            <a:off x="2494118" y="1780456"/>
            <a:ext cx="1066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Old value</a:t>
            </a:r>
          </a:p>
          <a:p>
            <a:pPr algn="ctr"/>
            <a:r>
              <a:rPr lang="en-GB" dirty="0"/>
              <a:t>of sum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F3E91B-6DD0-4D91-A5F1-D00CBAFD3520}"/>
              </a:ext>
            </a:extLst>
          </p:cNvPr>
          <p:cNvSpPr txBox="1"/>
          <p:nvPr/>
        </p:nvSpPr>
        <p:spPr>
          <a:xfrm>
            <a:off x="1101172" y="1774557"/>
            <a:ext cx="1167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New value</a:t>
            </a:r>
          </a:p>
          <a:p>
            <a:pPr algn="ctr"/>
            <a:r>
              <a:rPr lang="en-GB" dirty="0"/>
              <a:t>of sum</a:t>
            </a:r>
          </a:p>
        </p:txBody>
      </p:sp>
    </p:spTree>
    <p:extLst>
      <p:ext uri="{BB962C8B-B14F-4D97-AF65-F5344CB8AC3E}">
        <p14:creationId xmlns:p14="http://schemas.microsoft.com/office/powerpoint/2010/main" val="203445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97" y="354967"/>
            <a:ext cx="6625435" cy="1152128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Assignments &amp; Arithmetic </a:t>
            </a:r>
            <a:b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10259967-D40C-3D50-E220-8EE8AFEC3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253026"/>
              </p:ext>
            </p:extLst>
          </p:nvPr>
        </p:nvGraphicFramePr>
        <p:xfrm>
          <a:off x="326457" y="2616476"/>
          <a:ext cx="8491085" cy="37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1060027808"/>
                    </a:ext>
                  </a:extLst>
                </a:gridCol>
                <a:gridCol w="3356468">
                  <a:extLst>
                    <a:ext uri="{9D8B030D-6E8A-4147-A177-3AD203B41FA5}">
                      <a16:colId xmlns:a16="http://schemas.microsoft.com/office/drawing/2014/main" val="2818662569"/>
                    </a:ext>
                  </a:extLst>
                </a:gridCol>
                <a:gridCol w="2830361">
                  <a:extLst>
                    <a:ext uri="{9D8B030D-6E8A-4147-A177-3AD203B41FA5}">
                      <a16:colId xmlns:a16="http://schemas.microsoft.com/office/drawing/2014/main" val="1470724231"/>
                    </a:ext>
                  </a:extLst>
                </a:gridCol>
              </a:tblGrid>
              <a:tr h="878324">
                <a:tc>
                  <a:txBody>
                    <a:bodyPr/>
                    <a:lstStyle/>
                    <a:p>
                      <a:r>
                        <a:rPr lang="en-AU" sz="2400" dirty="0"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Value of X after the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419594"/>
                  </a:ext>
                </a:extLst>
              </a:tr>
              <a:tr h="487958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X + 4;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Adds 4 to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212492"/>
                  </a:ext>
                </a:extLst>
              </a:tr>
              <a:tr h="487958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X – 3;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Subtracts 3 from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77777"/>
                  </a:ext>
                </a:extLst>
              </a:tr>
              <a:tr h="487958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X * 10;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Multiplies by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969530"/>
                  </a:ext>
                </a:extLst>
              </a:tr>
              <a:tr h="487958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X / 2;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Divides X by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790449"/>
                  </a:ext>
                </a:extLst>
              </a:tr>
              <a:tr h="878324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X %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Makes X the remainder of X/4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8220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BCBE05-6EFC-7894-3656-B4F3AEDAEE41}"/>
              </a:ext>
            </a:extLst>
          </p:cNvPr>
          <p:cNvSpPr txBox="1"/>
          <p:nvPr/>
        </p:nvSpPr>
        <p:spPr>
          <a:xfrm>
            <a:off x="517197" y="1833186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X = 6;</a:t>
            </a:r>
          </a:p>
        </p:txBody>
      </p:sp>
    </p:spTree>
    <p:extLst>
      <p:ext uri="{BB962C8B-B14F-4D97-AF65-F5344CB8AC3E}">
        <p14:creationId xmlns:p14="http://schemas.microsoft.com/office/powerpoint/2010/main" val="160638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42170"/>
            <a:ext cx="8153647" cy="68763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A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 Operators (+, - , *, /, %)</a:t>
            </a:r>
            <a:endParaRPr lang="en-GB" sz="36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C4FEF66-C287-FC5E-7738-E7712BEAEB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053" y="1268760"/>
                <a:ext cx="8153647" cy="491114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AU" sz="2800" dirty="0">
                    <a:solidFill>
                      <a:schemeClr val="tx1"/>
                    </a:solidFill>
                  </a:rPr>
                  <a:t>% is the modulo operation (</a:t>
                </a:r>
                <a:r>
                  <a:rPr lang="en-AU" sz="2800" b="1" dirty="0">
                    <a:solidFill>
                      <a:schemeClr val="bg2">
                        <a:lumMod val="50000"/>
                      </a:schemeClr>
                    </a:solidFill>
                  </a:rPr>
                  <a:t>not a percentage calculation</a:t>
                </a:r>
                <a:r>
                  <a:rPr lang="en-AU" sz="2800" dirty="0">
                    <a:solidFill>
                      <a:schemeClr val="tx1"/>
                    </a:solidFill>
                  </a:rPr>
                  <a:t>) – it calculates the remainder of the division between the two values: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=11%3;   ⇒  </m:t>
                      </m:r>
                      <m:r>
                        <a:rPr lang="en-A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=2;</m:t>
                      </m:r>
                    </m:oMath>
                  </m:oMathPara>
                </a14:m>
                <a:endParaRPr lang="en-AU" sz="2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AU" sz="2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AU" sz="2800" dirty="0">
                    <a:solidFill>
                      <a:schemeClr val="tx1"/>
                    </a:solidFill>
                  </a:rPr>
                  <a:t>		</a:t>
                </a:r>
                <a:r>
                  <a:rPr lang="en-US" sz="2800" dirty="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Arial" charset="0"/>
                  </a:rPr>
                  <a:t>Algebraic Expressions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800" dirty="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Arial" charset="0"/>
                </a:endParaRPr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C4FEF66-C287-FC5E-7738-E7712BEAEB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053" y="1268760"/>
                <a:ext cx="8153647" cy="4911148"/>
              </a:xfrm>
              <a:blipFill>
                <a:blip r:embed="rId2"/>
                <a:stretch>
                  <a:fillRect l="-2616" t="-2109" r="-20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BC970B-9899-57A7-78B0-B75E3757B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29195"/>
              </p:ext>
            </p:extLst>
          </p:nvPr>
        </p:nvGraphicFramePr>
        <p:xfrm>
          <a:off x="611560" y="4696548"/>
          <a:ext cx="7200801" cy="1483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00267">
                  <a:extLst>
                    <a:ext uri="{9D8B030D-6E8A-4147-A177-3AD203B41FA5}">
                      <a16:colId xmlns:a16="http://schemas.microsoft.com/office/drawing/2014/main" val="1399050708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1049059608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584612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Algebraic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C++ 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86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 times </a:t>
                      </a:r>
                      <a:r>
                        <a:rPr lang="en-AU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*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66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(4)(7)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4 times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*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09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3ab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 times </a:t>
                      </a:r>
                      <a:r>
                        <a:rPr lang="en-AU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AU" sz="1800" dirty="0"/>
                        <a:t> times </a:t>
                      </a:r>
                      <a:r>
                        <a:rPr lang="en-AU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* a *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523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52" y="404664"/>
            <a:ext cx="6625435" cy="634183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Algebraic Expressions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81690B-5C05-4231-81A6-FA164655E04C}"/>
              </a:ext>
            </a:extLst>
          </p:cNvPr>
          <p:cNvGrpSpPr/>
          <p:nvPr/>
        </p:nvGrpSpPr>
        <p:grpSpPr>
          <a:xfrm>
            <a:off x="240681" y="1346447"/>
            <a:ext cx="8662637" cy="4741264"/>
            <a:chOff x="240681" y="1346447"/>
            <a:chExt cx="8662637" cy="4741264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66FD971E-3DA5-41C9-A94B-2FA17DB28E8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40681" y="1346447"/>
              <a:ext cx="8662637" cy="443366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Multiplication requires an operator:</a:t>
              </a:r>
            </a:p>
            <a:p>
              <a:pPr lvl="1">
                <a:lnSpc>
                  <a:spcPct val="90000"/>
                </a:lnSpc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</a:t>
              </a:r>
              <a:r>
                <a:rPr lang="en-US" i="1" dirty="0">
                  <a:latin typeface="Times New Roman" charset="0"/>
                  <a:ea typeface="ヒラギノ角ゴ Pro W3" charset="0"/>
                  <a:cs typeface="Arial" charset="0"/>
                </a:rPr>
                <a:t>Area=</a:t>
              </a:r>
              <a:r>
                <a:rPr lang="en-US" i="1" dirty="0" err="1">
                  <a:latin typeface="Times New Roman" charset="0"/>
                  <a:ea typeface="ヒラギノ角ゴ Pro W3" charset="0"/>
                  <a:cs typeface="Arial" charset="0"/>
                </a:rPr>
                <a:t>lw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 is written as 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Area = l * w;</a:t>
              </a: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There is no exponentiation operator:</a:t>
              </a:r>
            </a:p>
            <a:p>
              <a:pPr lvl="1">
                <a:lnSpc>
                  <a:spcPct val="90000"/>
                </a:lnSpc>
                <a:buClr>
                  <a:srgbClr val="3333CC"/>
                </a:buClr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</a:t>
              </a:r>
              <a:r>
                <a:rPr lang="en-US" i="1" dirty="0">
                  <a:latin typeface="Times New Roman" charset="0"/>
                  <a:ea typeface="ヒラギノ角ゴ Pro W3" charset="0"/>
                  <a:cs typeface="Arial" charset="0"/>
                </a:rPr>
                <a:t>Area=s</a:t>
              </a:r>
              <a:r>
                <a:rPr lang="en-US" i="1" baseline="30000" dirty="0">
                  <a:latin typeface="Times New Roman" charset="0"/>
                  <a:ea typeface="ヒラギノ角ゴ Pro W3" charset="0"/>
                  <a:cs typeface="Arial" charset="0"/>
                </a:rPr>
                <a:t>2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 is written as 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Area = pow(s, 2);</a:t>
              </a: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Parentheses may be needed to maintain order of operations: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				is written as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				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m = (y2-y1) /(x2-x1);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					</a:t>
              </a:r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ヒラギノ角ゴ Pro W3" charset="0"/>
                  <a:cs typeface="Arial" panose="020B0604020202020204" pitchFamily="34" charset="0"/>
                </a:rPr>
                <a:t>NOT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					m = y2-y1/x2-x1;</a:t>
              </a:r>
              <a:endParaRPr lang="en-US" dirty="0">
                <a:latin typeface="Arial" charset="0"/>
                <a:ea typeface="ヒラギノ角ゴ Pro W3" charset="0"/>
                <a:cs typeface="Arial" charset="0"/>
              </a:endParaRPr>
            </a:p>
          </p:txBody>
        </p:sp>
        <p:graphicFrame>
          <p:nvGraphicFramePr>
            <p:cNvPr id="22" name="Object 4">
              <a:extLst>
                <a:ext uri="{FF2B5EF4-FFF2-40B4-BE49-F238E27FC236}">
                  <a16:creationId xmlns:a16="http://schemas.microsoft.com/office/drawing/2014/main" id="{54856559-A314-46A2-ABEF-58474D8864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9714677"/>
                </p:ext>
              </p:extLst>
            </p:nvPr>
          </p:nvGraphicFramePr>
          <p:xfrm>
            <a:off x="1043608" y="4239617"/>
            <a:ext cx="1885950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47640" imgH="355320" progId="Equation.3">
                    <p:embed/>
                  </p:oleObj>
                </mc:Choice>
                <mc:Fallback>
                  <p:oleObj name="Equation" r:id="rId2" imgW="647640" imgH="355320" progId="Equation.3">
                    <p:embed/>
                    <p:pic>
                      <p:nvPicPr>
                        <p:cNvPr id="22" name="Object 4">
                          <a:extLst>
                            <a:ext uri="{FF2B5EF4-FFF2-40B4-BE49-F238E27FC236}">
                              <a16:creationId xmlns:a16="http://schemas.microsoft.com/office/drawing/2014/main" id="{54856559-A314-46A2-ABEF-58474D8864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4239617"/>
                          <a:ext cx="1885950" cy="91757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4">
              <a:extLst>
                <a:ext uri="{FF2B5EF4-FFF2-40B4-BE49-F238E27FC236}">
                  <a16:creationId xmlns:a16="http://schemas.microsoft.com/office/drawing/2014/main" id="{34D17E0C-18E9-432E-9E7C-C790C31E1A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6594014"/>
                </p:ext>
              </p:extLst>
            </p:nvPr>
          </p:nvGraphicFramePr>
          <p:xfrm>
            <a:off x="1045644" y="5170136"/>
            <a:ext cx="2514600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63280" imgH="355320" progId="Equation.3">
                    <p:embed/>
                  </p:oleObj>
                </mc:Choice>
                <mc:Fallback>
                  <p:oleObj name="Equation" r:id="rId4" imgW="863280" imgH="355320" progId="Equation.3">
                    <p:embed/>
                    <p:pic>
                      <p:nvPicPr>
                        <p:cNvPr id="8" name="Object 4">
                          <a:extLst>
                            <a:ext uri="{FF2B5EF4-FFF2-40B4-BE49-F238E27FC236}">
                              <a16:creationId xmlns:a16="http://schemas.microsoft.com/office/drawing/2014/main" id="{34D17E0C-18E9-432E-9E7C-C790C31E1A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5644" y="5170136"/>
                          <a:ext cx="2514600" cy="91757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EA993E9F-DDF3-47BE-A33A-6B4544B15A51}"/>
                </a:ext>
              </a:extLst>
            </p:cNvPr>
            <p:cNvSpPr/>
            <p:nvPr/>
          </p:nvSpPr>
          <p:spPr>
            <a:xfrm>
              <a:off x="2929558" y="4574484"/>
              <a:ext cx="994370" cy="222668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D03A40D-9FF5-4A3D-814D-0CFAC87563DE}"/>
                </a:ext>
              </a:extLst>
            </p:cNvPr>
            <p:cNvSpPr/>
            <p:nvPr/>
          </p:nvSpPr>
          <p:spPr>
            <a:xfrm>
              <a:off x="3573119" y="5445224"/>
              <a:ext cx="350809" cy="222668"/>
            </a:xfrm>
            <a:prstGeom prst="rightArrow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354967"/>
            <a:ext cx="6264696" cy="742258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 Assignment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4E4FD-1159-4B35-8097-A6AA89ACED78}"/>
              </a:ext>
            </a:extLst>
          </p:cNvPr>
          <p:cNvGrpSpPr/>
          <p:nvPr/>
        </p:nvGrpSpPr>
        <p:grpSpPr>
          <a:xfrm>
            <a:off x="309438" y="1222536"/>
            <a:ext cx="8377362" cy="4798752"/>
            <a:chOff x="309438" y="1100732"/>
            <a:chExt cx="8377362" cy="4798752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A239EB88-6115-4CC7-B8C7-15431089DF04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100732"/>
              <a:ext cx="8229600" cy="37002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+= 5; 				a = a + 5;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-= 5; 				a = a - 5;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/= b; 				a = a / b;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*= b+1; 			a = a * (b+1);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</p:txBody>
        </p:sp>
        <p:sp>
          <p:nvSpPr>
            <p:cNvPr id="8" name="Left-Right Arrow 4">
              <a:extLst>
                <a:ext uri="{FF2B5EF4-FFF2-40B4-BE49-F238E27FC236}">
                  <a16:creationId xmlns:a16="http://schemas.microsoft.com/office/drawing/2014/main" id="{E529FCD9-8F02-487F-83DC-3FB5C9946FEA}"/>
                </a:ext>
              </a:extLst>
            </p:cNvPr>
            <p:cNvSpPr/>
            <p:nvPr/>
          </p:nvSpPr>
          <p:spPr>
            <a:xfrm>
              <a:off x="3498855" y="1178323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Left-Right Arrow 5">
              <a:extLst>
                <a:ext uri="{FF2B5EF4-FFF2-40B4-BE49-F238E27FC236}">
                  <a16:creationId xmlns:a16="http://schemas.microsoft.com/office/drawing/2014/main" id="{84C65E4F-7968-4CD2-B528-E15B7E4CC9A9}"/>
                </a:ext>
              </a:extLst>
            </p:cNvPr>
            <p:cNvSpPr/>
            <p:nvPr/>
          </p:nvSpPr>
          <p:spPr>
            <a:xfrm>
              <a:off x="3464844" y="2173841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Left-Right Arrow 6">
              <a:extLst>
                <a:ext uri="{FF2B5EF4-FFF2-40B4-BE49-F238E27FC236}">
                  <a16:creationId xmlns:a16="http://schemas.microsoft.com/office/drawing/2014/main" id="{EB636C1D-5DE7-42D6-94A7-10D8B1BF72CE}"/>
                </a:ext>
              </a:extLst>
            </p:cNvPr>
            <p:cNvSpPr/>
            <p:nvPr/>
          </p:nvSpPr>
          <p:spPr>
            <a:xfrm>
              <a:off x="3447752" y="3236393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Left-Right Arrow 7">
              <a:extLst>
                <a:ext uri="{FF2B5EF4-FFF2-40B4-BE49-F238E27FC236}">
                  <a16:creationId xmlns:a16="http://schemas.microsoft.com/office/drawing/2014/main" id="{C662A046-99D7-45CE-B107-B45A572922A3}"/>
                </a:ext>
              </a:extLst>
            </p:cNvPr>
            <p:cNvSpPr/>
            <p:nvPr/>
          </p:nvSpPr>
          <p:spPr>
            <a:xfrm>
              <a:off x="3401902" y="4145256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F8BAC58B-8FB9-4BA5-ACF9-86C2EBD98FDA}"/>
                </a:ext>
              </a:extLst>
            </p:cNvPr>
            <p:cNvSpPr txBox="1">
              <a:spLocks/>
            </p:cNvSpPr>
            <p:nvPr/>
          </p:nvSpPr>
          <p:spPr>
            <a:xfrm>
              <a:off x="309438" y="4736898"/>
              <a:ext cx="8229600" cy="63936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3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/>
                <a:t>Increase and decrease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2B7972-BD0A-41C6-B7C4-9DE4E6E468AB}"/>
                </a:ext>
              </a:extLst>
            </p:cNvPr>
            <p:cNvSpPr txBox="1"/>
            <p:nvPr/>
          </p:nvSpPr>
          <p:spPr>
            <a:xfrm>
              <a:off x="3900576" y="5335584"/>
              <a:ext cx="1154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4">
                      <a:lumMod val="75000"/>
                    </a:schemeClr>
                  </a:solidFill>
                </a:rPr>
                <a:t>a += 1;</a:t>
              </a:r>
              <a:endParaRPr lang="en-AU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5" name="Left-Right Arrow 10">
              <a:extLst>
                <a:ext uri="{FF2B5EF4-FFF2-40B4-BE49-F238E27FC236}">
                  <a16:creationId xmlns:a16="http://schemas.microsoft.com/office/drawing/2014/main" id="{3AD80A96-A1EC-4795-A50F-8A4362D4786F}"/>
                </a:ext>
              </a:extLst>
            </p:cNvPr>
            <p:cNvSpPr/>
            <p:nvPr/>
          </p:nvSpPr>
          <p:spPr>
            <a:xfrm>
              <a:off x="2757103" y="5470065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299179-3027-4EA4-B6B0-0C860097F324}"/>
                </a:ext>
              </a:extLst>
            </p:cNvPr>
            <p:cNvSpPr txBox="1"/>
            <p:nvPr/>
          </p:nvSpPr>
          <p:spPr>
            <a:xfrm>
              <a:off x="942882" y="5345446"/>
              <a:ext cx="8915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4">
                      <a:lumMod val="75000"/>
                    </a:schemeClr>
                  </a:solidFill>
                </a:rPr>
                <a:t>a ++;</a:t>
              </a:r>
              <a:endParaRPr lang="en-AU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8B01A7-2663-49F4-B373-235CE7B71023}"/>
                </a:ext>
              </a:extLst>
            </p:cNvPr>
            <p:cNvSpPr txBox="1"/>
            <p:nvPr/>
          </p:nvSpPr>
          <p:spPr>
            <a:xfrm>
              <a:off x="7033483" y="5376264"/>
              <a:ext cx="14891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4">
                      <a:lumMod val="75000"/>
                    </a:schemeClr>
                  </a:solidFill>
                </a:rPr>
                <a:t>a = a + 1;</a:t>
              </a:r>
              <a:endParaRPr lang="en-AU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8" name="Left-Right Arrow 13">
              <a:extLst>
                <a:ext uri="{FF2B5EF4-FFF2-40B4-BE49-F238E27FC236}">
                  <a16:creationId xmlns:a16="http://schemas.microsoft.com/office/drawing/2014/main" id="{D4C4D124-FA06-4D3C-A920-9F199B17A5E0}"/>
                </a:ext>
              </a:extLst>
            </p:cNvPr>
            <p:cNvSpPr/>
            <p:nvPr/>
          </p:nvSpPr>
          <p:spPr>
            <a:xfrm>
              <a:off x="5734505" y="5470065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918334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82284"/>
            <a:ext cx="6508927" cy="103049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 Assignment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1BC5B02-F60D-4202-953B-2A17BE4EF905}"/>
              </a:ext>
            </a:extLst>
          </p:cNvPr>
          <p:cNvGrpSpPr/>
          <p:nvPr/>
        </p:nvGrpSpPr>
        <p:grpSpPr>
          <a:xfrm>
            <a:off x="686248" y="1008395"/>
            <a:ext cx="7734984" cy="5332027"/>
            <a:chOff x="686248" y="1008395"/>
            <a:chExt cx="7734984" cy="53320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6BB7C7-D4CC-41AC-9D20-816377E0587C}"/>
                </a:ext>
              </a:extLst>
            </p:cNvPr>
            <p:cNvSpPr txBox="1"/>
            <p:nvPr/>
          </p:nvSpPr>
          <p:spPr>
            <a:xfrm>
              <a:off x="686248" y="1008395"/>
              <a:ext cx="7333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400" dirty="0"/>
                <a:t>Increase and decrease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9F9D7C-4011-4738-908D-DEBF3C912FBC}"/>
                </a:ext>
              </a:extLst>
            </p:cNvPr>
            <p:cNvSpPr txBox="1"/>
            <p:nvPr/>
          </p:nvSpPr>
          <p:spPr>
            <a:xfrm>
              <a:off x="3767424" y="1619917"/>
              <a:ext cx="1154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+=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0" name="Left-Right Arrow 15">
              <a:extLst>
                <a:ext uri="{FF2B5EF4-FFF2-40B4-BE49-F238E27FC236}">
                  <a16:creationId xmlns:a16="http://schemas.microsoft.com/office/drawing/2014/main" id="{5B510F43-0A74-46AE-BFE8-42C14FEF2F53}"/>
                </a:ext>
              </a:extLst>
            </p:cNvPr>
            <p:cNvSpPr/>
            <p:nvPr/>
          </p:nvSpPr>
          <p:spPr>
            <a:xfrm>
              <a:off x="2623951" y="1754398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EB079C-89B4-44BA-B105-A16A7512F041}"/>
                </a:ext>
              </a:extLst>
            </p:cNvPr>
            <p:cNvSpPr txBox="1"/>
            <p:nvPr/>
          </p:nvSpPr>
          <p:spPr>
            <a:xfrm>
              <a:off x="809730" y="1629779"/>
              <a:ext cx="8915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++;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003039-4C23-4FE4-8431-B2A698BFA4C0}"/>
                </a:ext>
              </a:extLst>
            </p:cNvPr>
            <p:cNvSpPr txBox="1"/>
            <p:nvPr/>
          </p:nvSpPr>
          <p:spPr>
            <a:xfrm>
              <a:off x="6900331" y="1660597"/>
              <a:ext cx="14891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= a + 1;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3" name="Left-Right Arrow 18">
              <a:extLst>
                <a:ext uri="{FF2B5EF4-FFF2-40B4-BE49-F238E27FC236}">
                  <a16:creationId xmlns:a16="http://schemas.microsoft.com/office/drawing/2014/main" id="{BA0E1457-7078-440E-983C-2474E03A5C25}"/>
                </a:ext>
              </a:extLst>
            </p:cNvPr>
            <p:cNvSpPr/>
            <p:nvPr/>
          </p:nvSpPr>
          <p:spPr>
            <a:xfrm>
              <a:off x="5601353" y="1754398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653665-3D5B-44BB-956C-743FFBF1FDAC}"/>
                </a:ext>
              </a:extLst>
            </p:cNvPr>
            <p:cNvSpPr txBox="1"/>
            <p:nvPr/>
          </p:nvSpPr>
          <p:spPr>
            <a:xfrm>
              <a:off x="841521" y="2395878"/>
              <a:ext cx="8915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++a 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0A0829-B41A-46FE-BB14-D801BBE207DE}"/>
                </a:ext>
              </a:extLst>
            </p:cNvPr>
            <p:cNvSpPr txBox="1"/>
            <p:nvPr/>
          </p:nvSpPr>
          <p:spPr>
            <a:xfrm>
              <a:off x="6932122" y="2426696"/>
              <a:ext cx="14891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= a + 1;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6" name="Left-Right Arrow 23">
              <a:extLst>
                <a:ext uri="{FF2B5EF4-FFF2-40B4-BE49-F238E27FC236}">
                  <a16:creationId xmlns:a16="http://schemas.microsoft.com/office/drawing/2014/main" id="{9E34555E-9581-4E62-9ECB-0D0CB38B9E26}"/>
                </a:ext>
              </a:extLst>
            </p:cNvPr>
            <p:cNvSpPr/>
            <p:nvPr/>
          </p:nvSpPr>
          <p:spPr>
            <a:xfrm>
              <a:off x="2604704" y="2520497"/>
              <a:ext cx="3831882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03BB2A-F6A4-4FFC-A18C-6BF158E034CF}"/>
                </a:ext>
              </a:extLst>
            </p:cNvPr>
            <p:cNvSpPr txBox="1"/>
            <p:nvPr/>
          </p:nvSpPr>
          <p:spPr>
            <a:xfrm>
              <a:off x="3919824" y="3400724"/>
              <a:ext cx="116512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c=a*b;</a:t>
              </a:r>
            </a:p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a=a++;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Left-Right Arrow 28">
              <a:extLst>
                <a:ext uri="{FF2B5EF4-FFF2-40B4-BE49-F238E27FC236}">
                  <a16:creationId xmlns:a16="http://schemas.microsoft.com/office/drawing/2014/main" id="{AF56445C-C01E-4491-B133-01BC8C303F62}"/>
                </a:ext>
              </a:extLst>
            </p:cNvPr>
            <p:cNvSpPr/>
            <p:nvPr/>
          </p:nvSpPr>
          <p:spPr>
            <a:xfrm>
              <a:off x="2776351" y="3535205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DC3C37-B87F-4C8C-AB7C-39DFEB64AB2A}"/>
                </a:ext>
              </a:extLst>
            </p:cNvPr>
            <p:cNvSpPr txBox="1"/>
            <p:nvPr/>
          </p:nvSpPr>
          <p:spPr>
            <a:xfrm>
              <a:off x="686248" y="3400493"/>
              <a:ext cx="2000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c=a ++*b;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C59829-4740-44E9-A6BD-494D7BB746CA}"/>
                </a:ext>
              </a:extLst>
            </p:cNvPr>
            <p:cNvSpPr txBox="1"/>
            <p:nvPr/>
          </p:nvSpPr>
          <p:spPr>
            <a:xfrm>
              <a:off x="4009902" y="4761627"/>
              <a:ext cx="116124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a=a++;</a:t>
              </a:r>
            </a:p>
            <a:p>
              <a:pPr lvl="0"/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c=a*b;</a:t>
              </a:r>
            </a:p>
          </p:txBody>
        </p:sp>
        <p:sp>
          <p:nvSpPr>
            <p:cNvPr id="21" name="Left-Right Arrow 33">
              <a:extLst>
                <a:ext uri="{FF2B5EF4-FFF2-40B4-BE49-F238E27FC236}">
                  <a16:creationId xmlns:a16="http://schemas.microsoft.com/office/drawing/2014/main" id="{C07B6099-DAD2-4D86-9CA0-4F3213E378E2}"/>
                </a:ext>
              </a:extLst>
            </p:cNvPr>
            <p:cNvSpPr/>
            <p:nvPr/>
          </p:nvSpPr>
          <p:spPr>
            <a:xfrm>
              <a:off x="2866429" y="4896108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A16D80-A29F-4BF3-B832-9BA25A372F7C}"/>
                </a:ext>
              </a:extLst>
            </p:cNvPr>
            <p:cNvSpPr txBox="1"/>
            <p:nvPr/>
          </p:nvSpPr>
          <p:spPr>
            <a:xfrm>
              <a:off x="776326" y="4761396"/>
              <a:ext cx="2000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c=++a *b;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D9F292-4F75-4771-8DE3-00BEF448DFA7}"/>
                </a:ext>
              </a:extLst>
            </p:cNvPr>
            <p:cNvSpPr txBox="1"/>
            <p:nvPr/>
          </p:nvSpPr>
          <p:spPr>
            <a:xfrm>
              <a:off x="5674351" y="2949916"/>
              <a:ext cx="1499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If a=2, b=5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66F2F4C-30C7-490A-957B-37B9C0381A18}"/>
                </a:ext>
              </a:extLst>
            </p:cNvPr>
            <p:cNvSpPr txBox="1"/>
            <p:nvPr/>
          </p:nvSpPr>
          <p:spPr>
            <a:xfrm>
              <a:off x="6033139" y="3535205"/>
              <a:ext cx="86243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c=10;</a:t>
              </a:r>
            </a:p>
            <a:p>
              <a:r>
                <a:rPr lang="en-AU" sz="2400" dirty="0"/>
                <a:t>a=3;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1A9FD8-059D-4E49-89C6-8D8A61340492}"/>
                </a:ext>
              </a:extLst>
            </p:cNvPr>
            <p:cNvSpPr txBox="1"/>
            <p:nvPr/>
          </p:nvSpPr>
          <p:spPr>
            <a:xfrm>
              <a:off x="6090089" y="4869348"/>
              <a:ext cx="12333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400" dirty="0"/>
                <a:t>a=3;</a:t>
              </a:r>
            </a:p>
            <a:p>
              <a:r>
                <a:rPr lang="en-AU" sz="2400" dirty="0"/>
                <a:t>c=15;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0D653B-E5D9-4573-B206-B9F0A3513F22}"/>
                </a:ext>
              </a:extLst>
            </p:cNvPr>
            <p:cNvSpPr txBox="1"/>
            <p:nvPr/>
          </p:nvSpPr>
          <p:spPr>
            <a:xfrm>
              <a:off x="841521" y="5817202"/>
              <a:ext cx="3350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/>
                <a:t>Same rules apply to --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3838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54966"/>
            <a:ext cx="6336704" cy="842407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 on C++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4" y="1412776"/>
            <a:ext cx="69532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Operators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https://cplusplus.com/doc/tutorial/operators/</a:t>
            </a:r>
            <a:r>
              <a:rPr lang="en-AU" sz="2400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F9F80-ABF8-144C-F6B1-33E26008D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Other Common Operators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210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54966"/>
            <a:ext cx="6652944" cy="779843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323528" y="113480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Assignment (=)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Arithmetic operators (+, -, *, /, %)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Compound assignment (+=,-=,*=,/=, %=, &gt;&gt;=,&lt;&lt;=, &amp;=, ^=, |=)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Increase and decrease (++, --)</a:t>
            </a:r>
          </a:p>
          <a:p>
            <a:r>
              <a:rPr lang="en-AU" dirty="0"/>
              <a:t>Relational and equality operators (&lt;, &gt;, &lt;=, &gt;=, ==, !=)</a:t>
            </a:r>
          </a:p>
          <a:p>
            <a:r>
              <a:rPr lang="en-AU" dirty="0"/>
              <a:t>Logical operators (!, &amp;&amp;, ||)</a:t>
            </a:r>
          </a:p>
          <a:p>
            <a:r>
              <a:rPr lang="en-AU" dirty="0"/>
              <a:t>Bitwise operators (&amp;, |, ^, ~, &lt;&lt;, &gt;&gt;)</a:t>
            </a:r>
          </a:p>
          <a:p>
            <a:r>
              <a:rPr lang="en-AU" dirty="0"/>
              <a:t>Conditional operator (?)</a:t>
            </a:r>
          </a:p>
          <a:p>
            <a:r>
              <a:rPr lang="en-AU" dirty="0"/>
              <a:t>Comma operator (,)</a:t>
            </a:r>
          </a:p>
          <a:p>
            <a:r>
              <a:rPr lang="en-AU" dirty="0"/>
              <a:t>Bitwise operator</a:t>
            </a:r>
          </a:p>
          <a:p>
            <a:r>
              <a:rPr lang="en-AU" dirty="0"/>
              <a:t>Explicit type casting operator</a:t>
            </a:r>
          </a:p>
          <a:p>
            <a:r>
              <a:rPr lang="en-AU" dirty="0"/>
              <a:t>Precedence of operators.</a:t>
            </a:r>
          </a:p>
        </p:txBody>
      </p:sp>
    </p:spTree>
    <p:extLst>
      <p:ext uri="{BB962C8B-B14F-4D97-AF65-F5344CB8AC3E}">
        <p14:creationId xmlns:p14="http://schemas.microsoft.com/office/powerpoint/2010/main" val="852733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91452"/>
            <a:ext cx="6724952" cy="738747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and Equality Operators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38143D-8567-40DA-978E-4FEE38748CCF}"/>
              </a:ext>
            </a:extLst>
          </p:cNvPr>
          <p:cNvGrpSpPr/>
          <p:nvPr/>
        </p:nvGrpSpPr>
        <p:grpSpPr>
          <a:xfrm>
            <a:off x="0" y="1321604"/>
            <a:ext cx="9144000" cy="5161349"/>
            <a:chOff x="0" y="1321604"/>
            <a:chExt cx="9144000" cy="5161349"/>
          </a:xfrm>
        </p:grpSpPr>
        <p:pic>
          <p:nvPicPr>
            <p:cNvPr id="9" name="Content Placeholder 3">
              <a:extLst>
                <a:ext uri="{FF2B5EF4-FFF2-40B4-BE49-F238E27FC236}">
                  <a16:creationId xmlns:a16="http://schemas.microsoft.com/office/drawing/2014/main" id="{A3726F62-BDFD-4F1B-BDA8-ED942BF4F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l="476" r="476"/>
            <a:stretch>
              <a:fillRect/>
            </a:stretch>
          </p:blipFill>
          <p:spPr>
            <a:xfrm>
              <a:off x="457200" y="1704065"/>
              <a:ext cx="4752207" cy="307714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FAE8AB-5AE6-4FBB-8198-8750149F571F}"/>
                </a:ext>
              </a:extLst>
            </p:cNvPr>
            <p:cNvSpPr txBox="1"/>
            <p:nvPr/>
          </p:nvSpPr>
          <p:spPr>
            <a:xfrm>
              <a:off x="5329680" y="4257991"/>
              <a:ext cx="28382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2">
                      <a:lumMod val="75000"/>
                    </a:schemeClr>
                  </a:solidFill>
                </a:rPr>
                <a:t>e.g. a=2, b=3, c=6;</a:t>
              </a:r>
              <a:endParaRPr lang="en-AU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C2D846-EBB3-43DA-BA3D-4EDAC401FEA5}"/>
                </a:ext>
              </a:extLst>
            </p:cNvPr>
            <p:cNvSpPr txBox="1"/>
            <p:nvPr/>
          </p:nvSpPr>
          <p:spPr>
            <a:xfrm>
              <a:off x="457200" y="1321604"/>
              <a:ext cx="85071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2">
                      <a:lumMod val="75000"/>
                    </a:schemeClr>
                  </a:solidFill>
                </a:rPr>
                <a:t>Used to evaluate a comparison between two expressions</a:t>
              </a:r>
              <a:endParaRPr lang="en-AU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5" name="Left Arrow 9">
              <a:extLst>
                <a:ext uri="{FF2B5EF4-FFF2-40B4-BE49-F238E27FC236}">
                  <a16:creationId xmlns:a16="http://schemas.microsoft.com/office/drawing/2014/main" id="{4C0D5497-2A4B-4F93-A77A-93B68226DD36}"/>
                </a:ext>
              </a:extLst>
            </p:cNvPr>
            <p:cNvSpPr/>
            <p:nvPr/>
          </p:nvSpPr>
          <p:spPr>
            <a:xfrm>
              <a:off x="3706195" y="1982568"/>
              <a:ext cx="2462158" cy="362823"/>
            </a:xfrm>
            <a:prstGeom prst="lef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6BEBD2-7F05-4C60-95C7-6D70BD046FC9}"/>
                </a:ext>
              </a:extLst>
            </p:cNvPr>
            <p:cNvSpPr txBox="1"/>
            <p:nvPr/>
          </p:nvSpPr>
          <p:spPr>
            <a:xfrm>
              <a:off x="6168353" y="1897668"/>
              <a:ext cx="2407242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AU" sz="2800" dirty="0"/>
                <a:t>== is not the same as =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5929D5D-DE31-4CB9-8772-D77A88052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725144"/>
              <a:ext cx="9144000" cy="119630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20725D-3A0A-487C-B3E2-6C7617B1ADF0}"/>
                </a:ext>
              </a:extLst>
            </p:cNvPr>
            <p:cNvSpPr txBox="1"/>
            <p:nvPr/>
          </p:nvSpPr>
          <p:spPr>
            <a:xfrm>
              <a:off x="204850" y="6021288"/>
              <a:ext cx="6490779" cy="46166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What will this statement produce   </a:t>
              </a:r>
              <a:r>
                <a:rPr lang="en-AU" sz="2400" dirty="0">
                  <a:solidFill>
                    <a:schemeClr val="accent2">
                      <a:lumMod val="75000"/>
                    </a:schemeClr>
                  </a:solidFill>
                </a:rPr>
                <a:t>b=2==a    </a:t>
              </a:r>
              <a:r>
                <a:rPr lang="en-AU" sz="2400" dirty="0"/>
                <a:t>?????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2573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53" y="332656"/>
            <a:ext cx="6381204" cy="863862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Operators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A7351B-0A11-43D5-870C-B98C23F8E2BA}"/>
              </a:ext>
            </a:extLst>
          </p:cNvPr>
          <p:cNvSpPr txBox="1">
            <a:spLocks/>
          </p:cNvSpPr>
          <p:nvPr/>
        </p:nvSpPr>
        <p:spPr>
          <a:xfrm>
            <a:off x="457200" y="1196518"/>
            <a:ext cx="8445444" cy="53288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!</a:t>
            </a:r>
            <a:r>
              <a:rPr lang="en-AU" dirty="0"/>
              <a:t> Is the logic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operation (only has ONE operand)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&amp;&amp;</a:t>
            </a:r>
            <a:r>
              <a:rPr lang="en-AU" dirty="0"/>
              <a:t> is the logic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AND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operation (needs TWO operand)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||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is the logic 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OR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operation (Two operand)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rgbClr val="FFFF00"/>
                </a:solidFill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e.g. a=3, b=5;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!(a==b) is true 				(similar to a!=b)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(a&gt;3)&amp;&amp;(b&lt;7) is false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(a&gt;3)||(b&lt;7) is true</a:t>
            </a:r>
          </a:p>
        </p:txBody>
      </p:sp>
    </p:spTree>
    <p:extLst>
      <p:ext uri="{BB962C8B-B14F-4D97-AF65-F5344CB8AC3E}">
        <p14:creationId xmlns:p14="http://schemas.microsoft.com/office/powerpoint/2010/main" val="2847088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52" y="304800"/>
            <a:ext cx="6625435" cy="609204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Operator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FCE07F-6291-4DD5-B8BD-E866662021B1}"/>
              </a:ext>
            </a:extLst>
          </p:cNvPr>
          <p:cNvGrpSpPr/>
          <p:nvPr/>
        </p:nvGrpSpPr>
        <p:grpSpPr>
          <a:xfrm>
            <a:off x="390516" y="914004"/>
            <a:ext cx="8737901" cy="5790219"/>
            <a:chOff x="457200" y="914004"/>
            <a:chExt cx="8737901" cy="5790219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E0815B6-4AEC-449F-B1F9-9CB0730A1464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914004"/>
              <a:ext cx="8229600" cy="54831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Evaluates an expression returning a value if that expression is true and a different one if the expression is false. </a:t>
              </a:r>
            </a:p>
            <a:p>
              <a:r>
                <a:rPr lang="en-AU" dirty="0"/>
                <a:t>Its format is: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>
                  <a:solidFill>
                    <a:schemeClr val="accent6">
                      <a:lumMod val="75000"/>
                    </a:schemeClr>
                  </a:solidFill>
                </a:rPr>
                <a:t>condition ? result1 : result2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True – result 1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False – result 2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5BC0B4-7808-49CA-BDD5-43CE7C0F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870" y="4838346"/>
              <a:ext cx="3363752" cy="171485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5AF4F9A-D53C-48D6-8518-3B7F83326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9201" y="2183023"/>
              <a:ext cx="4025900" cy="452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09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354966"/>
            <a:ext cx="6220896" cy="846925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 Operator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6D716A-2DD2-431C-BF55-0E4A7B214DEB}"/>
              </a:ext>
            </a:extLst>
          </p:cNvPr>
          <p:cNvGrpSpPr/>
          <p:nvPr/>
        </p:nvGrpSpPr>
        <p:grpSpPr>
          <a:xfrm>
            <a:off x="457200" y="1568993"/>
            <a:ext cx="8229600" cy="2508079"/>
            <a:chOff x="457200" y="914004"/>
            <a:chExt cx="8229600" cy="2508079"/>
          </a:xfrm>
        </p:grpSpPr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CC28BDD6-DEFF-4FAE-8503-2791E924B560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914004"/>
              <a:ext cx="8229600" cy="250807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Used to separate two or more expressions that are included where only one expression is expected</a:t>
              </a:r>
            </a:p>
            <a:p>
              <a:r>
                <a:rPr lang="en-AU" dirty="0"/>
                <a:t>When the set of expressions has to be evaluated for a value, only the rightmost expression is considered: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= (b = 2, b+3);				b=2; a=b+3;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</p:txBody>
        </p:sp>
        <p:sp>
          <p:nvSpPr>
            <p:cNvPr id="20" name="Left-Right Arrow 3">
              <a:extLst>
                <a:ext uri="{FF2B5EF4-FFF2-40B4-BE49-F238E27FC236}">
                  <a16:creationId xmlns:a16="http://schemas.microsoft.com/office/drawing/2014/main" id="{649057C8-2923-444A-A944-890EB8B2AC3B}"/>
                </a:ext>
              </a:extLst>
            </p:cNvPr>
            <p:cNvSpPr/>
            <p:nvPr/>
          </p:nvSpPr>
          <p:spPr>
            <a:xfrm>
              <a:off x="4207017" y="2666242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4219701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56898D6-63A2-40DE-B372-19663B02CA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2040" y="1037172"/>
            <a:ext cx="3974391" cy="2994788"/>
          </a:xfrm>
          <a:prstGeom prst="rect">
            <a:avLst/>
          </a:prstGeom>
        </p:spPr>
      </p:pic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7E8386D0-0392-439E-8968-3D2F75077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64858"/>
              </p:ext>
            </p:extLst>
          </p:nvPr>
        </p:nvGraphicFramePr>
        <p:xfrm>
          <a:off x="4960113" y="4509120"/>
          <a:ext cx="367240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9955">
                  <a:extLst>
                    <a:ext uri="{9D8B030D-6E8A-4147-A177-3AD203B41FA5}">
                      <a16:colId xmlns:a16="http://schemas.microsoft.com/office/drawing/2014/main" val="3027008470"/>
                    </a:ext>
                  </a:extLst>
                </a:gridCol>
                <a:gridCol w="909955">
                  <a:extLst>
                    <a:ext uri="{9D8B030D-6E8A-4147-A177-3AD203B41FA5}">
                      <a16:colId xmlns:a16="http://schemas.microsoft.com/office/drawing/2014/main" val="1066383212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173055837"/>
                    </a:ext>
                  </a:extLst>
                </a:gridCol>
                <a:gridCol w="517842">
                  <a:extLst>
                    <a:ext uri="{9D8B030D-6E8A-4147-A177-3AD203B41FA5}">
                      <a16:colId xmlns:a16="http://schemas.microsoft.com/office/drawing/2014/main" val="3647342949"/>
                    </a:ext>
                  </a:extLst>
                </a:gridCol>
                <a:gridCol w="666001">
                  <a:extLst>
                    <a:ext uri="{9D8B030D-6E8A-4147-A177-3AD203B41FA5}">
                      <a16:colId xmlns:a16="http://schemas.microsoft.com/office/drawing/2014/main" val="2663353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Input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Input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XOR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93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08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0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45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0439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0DC9A3-4D39-4090-BCB6-2D3E2D15BE14}"/>
              </a:ext>
            </a:extLst>
          </p:cNvPr>
          <p:cNvSpPr txBox="1"/>
          <p:nvPr/>
        </p:nvSpPr>
        <p:spPr>
          <a:xfrm>
            <a:off x="4860032" y="4139788"/>
            <a:ext cx="125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Truth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27E7F-DD64-4052-858A-7B4286C71E5C}"/>
              </a:ext>
            </a:extLst>
          </p:cNvPr>
          <p:cNvSpPr txBox="1"/>
          <p:nvPr/>
        </p:nvSpPr>
        <p:spPr>
          <a:xfrm>
            <a:off x="315665" y="1037172"/>
            <a:ext cx="432048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400" dirty="0"/>
              <a:t>Single bit operations.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1 bit only has binary (2) states.</a:t>
            </a:r>
          </a:p>
          <a:p>
            <a:pPr marL="742950" lvl="1" indent="-285750">
              <a:buFontTx/>
              <a:buChar char="-"/>
            </a:pPr>
            <a:r>
              <a:rPr lang="en-GB" sz="2400" dirty="0"/>
              <a:t>0 (FALSE) or 1 (TRUE).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NOT inverts states, i.e. 1 → 0 and 0 → 1.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Refer to the Truth Table for the possible states.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SHL refers to shift left operation:</a:t>
            </a:r>
          </a:p>
          <a:p>
            <a:pPr marL="742950" lvl="1" indent="-285750">
              <a:buFontTx/>
              <a:buChar char="-"/>
            </a:pPr>
            <a:r>
              <a:rPr lang="en-GB" sz="2400" dirty="0"/>
              <a:t>001 → 010.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SHR refers to shift right operation:</a:t>
            </a:r>
          </a:p>
          <a:p>
            <a:pPr marL="742950" lvl="1" indent="-285750">
              <a:buFontTx/>
              <a:buChar char="-"/>
            </a:pPr>
            <a:r>
              <a:rPr lang="en-GB" sz="2400" dirty="0"/>
              <a:t>110 → 011.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61F2BB-7ABB-195E-CE5B-92EF546D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95624"/>
            <a:ext cx="4760391" cy="687634"/>
          </a:xfrm>
        </p:spPr>
        <p:txBody>
          <a:bodyPr/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Bitwise Operator    (***)</a:t>
            </a: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7761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533400"/>
            <a:ext cx="6364912" cy="524763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Casting Operator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99E592-7D35-4E24-82DD-C45DF7333605}"/>
              </a:ext>
            </a:extLst>
          </p:cNvPr>
          <p:cNvGrpSpPr/>
          <p:nvPr/>
        </p:nvGrpSpPr>
        <p:grpSpPr>
          <a:xfrm>
            <a:off x="304800" y="1219200"/>
            <a:ext cx="8363976" cy="5105400"/>
            <a:chOff x="304800" y="1219200"/>
            <a:chExt cx="8363976" cy="5105400"/>
          </a:xfrm>
        </p:grpSpPr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3CA3EBE7-0F44-4544-9186-5E089F006D8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4800" y="1219200"/>
              <a:ext cx="8294688" cy="5105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Operations are performed between operands of the same type.</a:t>
              </a:r>
            </a:p>
            <a:p>
              <a:pPr>
                <a:spcBef>
                  <a:spcPct val="50000"/>
                </a:spcBef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If not of the same type, C++ will convert one to be the type of the other</a:t>
              </a:r>
            </a:p>
            <a:p>
              <a:pPr>
                <a:spcBef>
                  <a:spcPct val="50000"/>
                </a:spcBef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This can impact the results of calculations.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e.g.:	float a=10.0;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	int b=4; 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   		int c=a/b;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en-US" dirty="0">
                <a:latin typeface="Arial" charset="0"/>
                <a:ea typeface="ヒラギノ角ゴ Pro W3" charset="0"/>
                <a:cs typeface="Arial" charset="0"/>
              </a:endParaRPr>
            </a:p>
          </p:txBody>
        </p:sp>
        <p:sp>
          <p:nvSpPr>
            <p:cNvPr id="4" name="Arrow: Left 3">
              <a:extLst>
                <a:ext uri="{FF2B5EF4-FFF2-40B4-BE49-F238E27FC236}">
                  <a16:creationId xmlns:a16="http://schemas.microsoft.com/office/drawing/2014/main" id="{C567D82E-B30B-485D-B997-96B303418452}"/>
                </a:ext>
              </a:extLst>
            </p:cNvPr>
            <p:cNvSpPr/>
            <p:nvPr/>
          </p:nvSpPr>
          <p:spPr>
            <a:xfrm>
              <a:off x="3275856" y="5661248"/>
              <a:ext cx="2016224" cy="2880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D86B28-91C7-4D87-AD53-6383F6E034BA}"/>
                </a:ext>
              </a:extLst>
            </p:cNvPr>
            <p:cNvSpPr txBox="1"/>
            <p:nvPr/>
          </p:nvSpPr>
          <p:spPr>
            <a:xfrm>
              <a:off x="5436096" y="5517232"/>
              <a:ext cx="32326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u="sng" dirty="0">
                  <a:solidFill>
                    <a:srgbClr val="FF0000"/>
                  </a:solidFill>
                </a:rPr>
                <a:t>c = 2 </a:t>
              </a:r>
              <a:r>
                <a:rPr lang="en-GB" dirty="0">
                  <a:solidFill>
                    <a:srgbClr val="FF0000"/>
                  </a:solidFill>
                </a:rPr>
                <a:t>instead of c = 2.5 due to c</a:t>
              </a:r>
            </a:p>
            <a:p>
              <a:r>
                <a:rPr lang="en-GB" dirty="0">
                  <a:solidFill>
                    <a:srgbClr val="FF0000"/>
                  </a:solidFill>
                </a:rPr>
                <a:t>being an integer instead of float.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5318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354967"/>
            <a:ext cx="6076880" cy="618120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 of Operators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A44588-9A2B-48BB-94F6-E8784E1CD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150549"/>
            <a:ext cx="62579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074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35FD44-9752-410E-DDCD-E5D167543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89" y="334275"/>
            <a:ext cx="3305224" cy="687634"/>
          </a:xfrm>
        </p:spPr>
        <p:txBody>
          <a:bodyPr/>
          <a:lstStyle/>
          <a:p>
            <a:endParaRPr lang="en-AU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DDB9DB0-C50F-99DE-B828-F5A9394603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220198"/>
              </p:ext>
            </p:extLst>
          </p:nvPr>
        </p:nvGraphicFramePr>
        <p:xfrm>
          <a:off x="755577" y="193425"/>
          <a:ext cx="7893123" cy="6511763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33308827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69553224"/>
                    </a:ext>
                  </a:extLst>
                </a:gridCol>
                <a:gridCol w="4506735">
                  <a:extLst>
                    <a:ext uri="{9D8B030D-6E8A-4147-A177-3AD203B41FA5}">
                      <a16:colId xmlns:a16="http://schemas.microsoft.com/office/drawing/2014/main" val="2066182254"/>
                    </a:ext>
                  </a:extLst>
                </a:gridCol>
                <a:gridCol w="1586188">
                  <a:extLst>
                    <a:ext uri="{9D8B030D-6E8A-4147-A177-3AD203B41FA5}">
                      <a16:colId xmlns:a16="http://schemas.microsoft.com/office/drawing/2014/main" val="1610321420"/>
                    </a:ext>
                  </a:extLst>
                </a:gridCol>
              </a:tblGrid>
              <a:tr h="145533">
                <a:tc>
                  <a:txBody>
                    <a:bodyPr/>
                    <a:lstStyle/>
                    <a:p>
                      <a:pPr algn="l"/>
                      <a:r>
                        <a:rPr lang="en-AU" sz="1200" dirty="0">
                          <a:effectLst/>
                          <a:highlight>
                            <a:srgbClr val="F2F2F2"/>
                          </a:highlight>
                        </a:rPr>
                        <a:t>Precedence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Operator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Description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Associativity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65898"/>
                  </a:ext>
                </a:extLst>
              </a:tr>
              <a:tr h="145533">
                <a:tc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1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::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2" tooltip="cpp/language/identifiers"/>
                        </a:rPr>
                        <a:t>Scope resolution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rowSpan="6"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Left-to-right →</a:t>
                      </a:r>
                    </a:p>
                  </a:txBody>
                  <a:tcPr marL="25916" marR="25916" marT="12958" marB="12958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305601"/>
                  </a:ext>
                </a:extLst>
              </a:tr>
              <a:tr h="247652">
                <a:tc rowSpan="5"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effectLst/>
                          <a:highlight>
                            <a:srgbClr val="F2F2F2"/>
                          </a:highlight>
                        </a:rPr>
                        <a:t>2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a++   a--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Suffix/postfix </a:t>
                      </a:r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3" tooltip="cpp/language/operator incdec"/>
                        </a:rPr>
                        <a:t>increment and decrement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5770"/>
                  </a:ext>
                </a:extLst>
              </a:tr>
              <a:tr h="14553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i="1" dirty="0">
                          <a:effectLst/>
                        </a:rPr>
                        <a:t>type</a:t>
                      </a:r>
                      <a:r>
                        <a:rPr lang="en-AU" sz="1200" dirty="0">
                          <a:effectLst/>
                        </a:rPr>
                        <a:t>()   </a:t>
                      </a:r>
                      <a:r>
                        <a:rPr lang="en-AU" sz="1200" i="1" dirty="0">
                          <a:effectLst/>
                        </a:rPr>
                        <a:t>type</a:t>
                      </a:r>
                      <a:r>
                        <a:rPr lang="en-AU" sz="1200" dirty="0">
                          <a:effectLst/>
                        </a:rPr>
                        <a:t>{}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4" tooltip="cpp/language/explicit cast"/>
                        </a:rPr>
                        <a:t>Functional cast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812112"/>
                  </a:ext>
                </a:extLst>
              </a:tr>
              <a:tr h="14553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a()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5" tooltip="cpp/language/operator other"/>
                        </a:rPr>
                        <a:t>Function call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439517"/>
                  </a:ext>
                </a:extLst>
              </a:tr>
              <a:tr h="14553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a[]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6" tooltip="cpp/language/operator member access"/>
                        </a:rPr>
                        <a:t>Subscript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61206"/>
                  </a:ext>
                </a:extLst>
              </a:tr>
              <a:tr h="14553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.   -&gt;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7" tooltip="cpp/language/operator member access"/>
                        </a:rPr>
                        <a:t>Member access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27116"/>
                  </a:ext>
                </a:extLst>
              </a:tr>
              <a:tr h="247652">
                <a:tc rowSpan="4"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3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++a   --a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Prefix </a:t>
                      </a:r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3" tooltip="cpp/language/operator incdec"/>
                        </a:rPr>
                        <a:t>increment and decrement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rowSpan="4"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Right-to-left ←</a:t>
                      </a:r>
                    </a:p>
                  </a:txBody>
                  <a:tcPr marL="25916" marR="25916" marT="12958" marB="12958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721938"/>
                  </a:ext>
                </a:extLst>
              </a:tr>
              <a:tr h="14553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+a   -a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Unary </a:t>
                      </a:r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8" tooltip="cpp/language/operator arithmetic"/>
                        </a:rPr>
                        <a:t>plus and minus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69220"/>
                  </a:ext>
                </a:extLst>
              </a:tr>
              <a:tr h="247652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!   ~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9" tooltip="cpp/language/operator logical"/>
                        </a:rPr>
                        <a:t>Logical NOT</a:t>
                      </a:r>
                      <a:r>
                        <a:rPr lang="en-US" sz="1200" dirty="0">
                          <a:effectLst/>
                        </a:rPr>
                        <a:t> and </a:t>
                      </a:r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0" tooltip="cpp/language/operator arithmetic"/>
                        </a:rPr>
                        <a:t>bitwise NOT</a:t>
                      </a:r>
                      <a:endParaRPr lang="en-US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157883"/>
                  </a:ext>
                </a:extLst>
              </a:tr>
              <a:tr h="14553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(</a:t>
                      </a:r>
                      <a:r>
                        <a:rPr lang="en-AU" sz="1200" i="1">
                          <a:effectLst/>
                        </a:rPr>
                        <a:t>type</a:t>
                      </a:r>
                      <a:r>
                        <a:rPr lang="en-AU" sz="1200">
                          <a:effectLst/>
                        </a:rPr>
                        <a:t>)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  <a:hlinkClick r:id="rId4" tooltip="cpp/language/explicit cast"/>
                        </a:rPr>
                        <a:t>C-style cast</a:t>
                      </a:r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66235"/>
                  </a:ext>
                </a:extLst>
              </a:tr>
              <a:tr h="247652">
                <a:tc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5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effectLst/>
                        </a:rPr>
                        <a:t>a*b   a/b   a%b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  <a:hlinkClick r:id="rId11" tooltip="cpp/language/operator arithmetic"/>
                        </a:rPr>
                        <a:t>Multiplication, division, and remainder</a:t>
                      </a:r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AU" sz="4000" dirty="0"/>
                    </a:p>
                  </a:txBody>
                  <a:tcPr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527354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6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 dirty="0" err="1">
                          <a:effectLst/>
                        </a:rPr>
                        <a:t>a+b</a:t>
                      </a:r>
                      <a:r>
                        <a:rPr lang="en-AU" sz="1200" dirty="0">
                          <a:effectLst/>
                        </a:rPr>
                        <a:t>   a-b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  <a:hlinkClick r:id="rId12" tooltip="cpp/language/operator arithmetic"/>
                        </a:rPr>
                        <a:t>Addition and subtraction</a:t>
                      </a:r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677837"/>
                  </a:ext>
                </a:extLst>
              </a:tr>
              <a:tr h="125109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>
                          <a:effectLst/>
                        </a:rPr>
                        <a:t>Left-to-right →</a:t>
                      </a:r>
                    </a:p>
                    <a:p>
                      <a:pPr fontAlgn="t"/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05112"/>
                  </a:ext>
                </a:extLst>
              </a:tr>
              <a:tr h="247652">
                <a:tc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7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&lt;&lt;   &gt;&gt;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Bitwise </a:t>
                      </a:r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3" tooltip="cpp/language/operator arithmetic"/>
                        </a:rPr>
                        <a:t>left shift and right shift</a:t>
                      </a:r>
                      <a:endParaRPr lang="en-US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39145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8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&lt;=&gt;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4" tooltip="cpp/language/operator comparison"/>
                        </a:rPr>
                        <a:t>Three-way comparison operator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>
                          <a:solidFill>
                            <a:srgbClr val="008000"/>
                          </a:solidFill>
                          <a:effectLst/>
                        </a:rPr>
                        <a:t>(since C++20)</a:t>
                      </a:r>
                      <a:endParaRPr lang="en-US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1055"/>
                  </a:ext>
                </a:extLst>
              </a:tr>
              <a:tr h="20680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>
                          <a:effectLst/>
                        </a:rPr>
                        <a:t>Left-to-right →</a:t>
                      </a:r>
                    </a:p>
                    <a:p>
                      <a:pPr fontAlgn="t"/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969215"/>
                  </a:ext>
                </a:extLst>
              </a:tr>
              <a:tr h="206804">
                <a:tc rowSpan="2"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9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&lt;   &lt;=   &gt;   &gt;=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For </a:t>
                      </a:r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5" tooltip="cpp/language/operator comparison"/>
                        </a:rPr>
                        <a:t>relational operators</a:t>
                      </a:r>
                      <a:r>
                        <a:rPr lang="en-US" sz="1200" dirty="0">
                          <a:effectLst/>
                        </a:rPr>
                        <a:t> &lt; and ≤ and &gt; and ≥ respectively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915171"/>
                  </a:ext>
                </a:extLst>
              </a:tr>
              <a:tr h="142966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>
                          <a:effectLst/>
                        </a:rPr>
                        <a:t>Left-to-right →</a:t>
                      </a:r>
                    </a:p>
                    <a:p>
                      <a:pPr fontAlgn="t"/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723548"/>
                  </a:ext>
                </a:extLst>
              </a:tr>
              <a:tr h="247652">
                <a:tc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10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==   !=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For </a:t>
                      </a:r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5" tooltip="cpp/language/operator comparison"/>
                        </a:rPr>
                        <a:t>equality operators</a:t>
                      </a:r>
                      <a:r>
                        <a:rPr lang="en-US" sz="1200" dirty="0">
                          <a:effectLst/>
                        </a:rPr>
                        <a:t> = and ≠ respectively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604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effectLst/>
                          <a:highlight>
                            <a:srgbClr val="F2F2F2"/>
                          </a:highlight>
                        </a:rPr>
                        <a:t>11-13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 dirty="0">
                          <a:effectLst/>
                        </a:rPr>
                        <a:t>&amp;, ^, | 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  <a:hlinkClick r:id="rId10" tooltip="cpp/language/operator arithmetic"/>
                        </a:rPr>
                        <a:t>Bitwise AND</a:t>
                      </a:r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</a:rPr>
                        <a:t>, XOR and OR</a:t>
                      </a:r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163813"/>
                  </a:ext>
                </a:extLst>
              </a:tr>
              <a:tr h="12254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>
                          <a:effectLst/>
                        </a:rPr>
                        <a:t>Left-to-right →</a:t>
                      </a:r>
                    </a:p>
                    <a:p>
                      <a:pPr fontAlgn="t"/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08526"/>
                  </a:ext>
                </a:extLst>
              </a:tr>
              <a:tr h="145533">
                <a:tc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14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&amp;&amp;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  <a:hlinkClick r:id="rId9" tooltip="cpp/language/operator logical"/>
                        </a:rPr>
                        <a:t>Logical AND</a:t>
                      </a:r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17794349"/>
                  </a:ext>
                </a:extLst>
              </a:tr>
              <a:tr h="145533">
                <a:tc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15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||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  <a:hlinkClick r:id="rId9" tooltip="cpp/language/operator logical"/>
                        </a:rPr>
                        <a:t>Logical OR</a:t>
                      </a:r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839158"/>
                  </a:ext>
                </a:extLst>
              </a:tr>
              <a:tr h="145533">
                <a:tc rowSpan="6"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16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a?b:c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 dirty="0">
                          <a:solidFill>
                            <a:srgbClr val="0645AD"/>
                          </a:solidFill>
                          <a:effectLst/>
                          <a:hlinkClick r:id="rId16" tooltip="cpp/language/operator other"/>
                        </a:rPr>
                        <a:t>Ternary conditional</a:t>
                      </a:r>
                      <a:r>
                        <a:rPr lang="en-AU" sz="1200" b="0" i="0" u="none" strike="noStrike" baseline="30000" dirty="0">
                          <a:solidFill>
                            <a:srgbClr val="0645AD"/>
                          </a:solidFill>
                          <a:effectLst/>
                          <a:hlinkClick r:id="rId17"/>
                        </a:rPr>
                        <a:t>[note 2]</a:t>
                      </a:r>
                      <a:endParaRPr lang="en-AU" sz="1200" dirty="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rowSpan="6">
                  <a:txBody>
                    <a:bodyPr/>
                    <a:lstStyle/>
                    <a:p>
                      <a:pPr fontAlgn="t"/>
                      <a:r>
                        <a:rPr lang="en-AU" sz="1200" dirty="0">
                          <a:effectLst/>
                        </a:rPr>
                        <a:t>Right-to-left ←</a:t>
                      </a:r>
                    </a:p>
                  </a:txBody>
                  <a:tcPr marL="25916" marR="25916" marT="12958" marB="12958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122269"/>
                  </a:ext>
                </a:extLst>
              </a:tr>
              <a:tr h="191514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=</a:t>
                      </a:r>
                    </a:p>
                  </a:txBody>
                  <a:tcPr marL="25916" marR="25916" marT="12958" marB="12958" anchor="ctr"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8" tooltip="cpp/language/operator assignment"/>
                        </a:rPr>
                        <a:t>Direct assignment</a:t>
                      </a:r>
                      <a:r>
                        <a:rPr lang="en-US" sz="1200" dirty="0">
                          <a:effectLst/>
                        </a:rPr>
                        <a:t> (provided by default for C++ classes)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825788"/>
                  </a:ext>
                </a:extLst>
              </a:tr>
              <a:tr h="213982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effectLst/>
                        </a:rPr>
                        <a:t>+=   -=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9" tooltip="cpp/language/operator assignment"/>
                        </a:rPr>
                        <a:t>Compound assignment</a:t>
                      </a:r>
                      <a:r>
                        <a:rPr lang="en-US" sz="1200" dirty="0">
                          <a:effectLst/>
                        </a:rPr>
                        <a:t> by sum and difference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98932"/>
                  </a:ext>
                </a:extLst>
              </a:tr>
              <a:tr h="216024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*=   /=   %=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9" tooltip="cpp/language/operator assignment"/>
                        </a:rPr>
                        <a:t>Compound assignment</a:t>
                      </a:r>
                      <a:r>
                        <a:rPr lang="en-US" sz="1200" dirty="0">
                          <a:effectLst/>
                        </a:rPr>
                        <a:t> by product, quotient, and remainder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923735"/>
                  </a:ext>
                </a:extLst>
              </a:tr>
              <a:tr h="214686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&lt;&lt;=   &gt;&gt;=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9" tooltip="cpp/language/operator assignment"/>
                        </a:rPr>
                        <a:t>Compound assignment</a:t>
                      </a:r>
                      <a:r>
                        <a:rPr lang="en-US" sz="1200" dirty="0">
                          <a:effectLst/>
                        </a:rPr>
                        <a:t> by bitwise left shift and right shift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850726"/>
                  </a:ext>
                </a:extLst>
              </a:tr>
              <a:tr h="28458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effectLst/>
                        </a:rPr>
                        <a:t>&amp;=   ^=   |=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strike="noStrike" dirty="0">
                          <a:solidFill>
                            <a:srgbClr val="0645AD"/>
                          </a:solidFill>
                          <a:effectLst/>
                          <a:hlinkClick r:id="rId19" tooltip="cpp/language/operator assignment"/>
                        </a:rPr>
                        <a:t>Compound assignment</a:t>
                      </a:r>
                      <a:r>
                        <a:rPr lang="en-US" sz="1200" dirty="0">
                          <a:effectLst/>
                        </a:rPr>
                        <a:t> by bitwise AND, XOR, and OR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232025"/>
                  </a:ext>
                </a:extLst>
              </a:tr>
              <a:tr h="145533">
                <a:tc>
                  <a:txBody>
                    <a:bodyPr/>
                    <a:lstStyle/>
                    <a:p>
                      <a:pPr algn="ctr"/>
                      <a:r>
                        <a:rPr lang="en-AU" sz="1200">
                          <a:effectLst/>
                          <a:highlight>
                            <a:srgbClr val="F2F2F2"/>
                          </a:highlight>
                        </a:rPr>
                        <a:t>17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effectLst/>
                        </a:rPr>
                        <a:t>,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u="none" strike="noStrike">
                          <a:solidFill>
                            <a:srgbClr val="0645AD"/>
                          </a:solidFill>
                          <a:effectLst/>
                          <a:hlinkClick r:id="rId20" tooltip="cpp/language/operator other"/>
                        </a:rPr>
                        <a:t>Comma</a:t>
                      </a:r>
                      <a:endParaRPr lang="en-AU" sz="1200">
                        <a:effectLst/>
                      </a:endParaRP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effectLst/>
                        </a:rPr>
                        <a:t>Left-to-right →</a:t>
                      </a:r>
                    </a:p>
                  </a:txBody>
                  <a:tcPr marL="25916" marR="25916" marT="12958" marB="1295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50206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4033E-3F6B-ABF9-70BE-5E81941A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274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354966"/>
            <a:ext cx="6436920" cy="769777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 on C++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4" y="1412776"/>
            <a:ext cx="69532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Operators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https://cplusplus.com/doc/tutorial/operators/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8182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if</a:t>
            </a:r>
            <a:r>
              <a:rPr lang="en-GB" sz="4400" dirty="0"/>
              <a:t> Conditional Branch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193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354967"/>
            <a:ext cx="6436920" cy="640934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Branches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246216" y="109021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dirty="0"/>
              <a:t>Defined as a condition that causes the program to change the path of execution based on the value of an expression.</a:t>
            </a:r>
          </a:p>
          <a:p>
            <a:pPr algn="just"/>
            <a:r>
              <a:rPr lang="en-AU" dirty="0"/>
              <a:t>Forms of conditional branches:</a:t>
            </a:r>
          </a:p>
          <a:p>
            <a:pPr lvl="1" algn="just"/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statement. ←</a:t>
            </a:r>
          </a:p>
          <a:p>
            <a:pPr lvl="1" algn="just"/>
            <a:r>
              <a:rPr lang="en-AU" dirty="0">
                <a:solidFill>
                  <a:srgbClr val="7030A0"/>
                </a:solidFill>
              </a:rPr>
              <a:t>switch</a:t>
            </a:r>
            <a:r>
              <a:rPr lang="en-AU" dirty="0"/>
              <a:t> statement.</a:t>
            </a:r>
          </a:p>
        </p:txBody>
      </p:sp>
    </p:spTree>
    <p:extLst>
      <p:ext uri="{BB962C8B-B14F-4D97-AF65-F5344CB8AC3E}">
        <p14:creationId xmlns:p14="http://schemas.microsoft.com/office/powerpoint/2010/main" val="2467458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354967"/>
            <a:ext cx="6292904" cy="913794"/>
          </a:xfrm>
        </p:spPr>
        <p:txBody>
          <a:bodyPr>
            <a:noAutofit/>
          </a:bodyPr>
          <a:lstStyle/>
          <a:p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FA90980-C36E-45B3-B648-CD923FF5F77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The ‘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’ (a keyword) is to execute a statement or a block of statements only if a condition is satisfied.  The form is:</a:t>
            </a:r>
          </a:p>
          <a:p>
            <a:pPr lvl="1"/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(condition) statement</a:t>
            </a:r>
          </a:p>
          <a:p>
            <a:pPr lvl="1"/>
            <a:r>
              <a:rPr lang="en-AU" dirty="0"/>
              <a:t>e.g. 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(x&gt;90)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/>
              <a:t>cout</a:t>
            </a:r>
            <a:r>
              <a:rPr lang="en-AU" sz="2800" dirty="0"/>
              <a:t> &lt;&lt; “A very good score!” &lt;&lt; </a:t>
            </a:r>
            <a:r>
              <a:rPr lang="en-AU" sz="2800" dirty="0" err="1"/>
              <a:t>endl</a:t>
            </a:r>
            <a:r>
              <a:rPr lang="en-AU" sz="2800" dirty="0"/>
              <a:t>;</a:t>
            </a:r>
          </a:p>
          <a:p>
            <a:pPr marL="514350" lvl="1" indent="0">
              <a:buFont typeface="Arial" panose="020B0604020202020204" pitchFamily="34" charset="0"/>
              <a:buNone/>
            </a:pP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This ‘</a:t>
            </a:r>
            <a:r>
              <a:rPr lang="en-AU" dirty="0" err="1">
                <a:solidFill>
                  <a:schemeClr val="accent6">
                    <a:lumMod val="75000"/>
                  </a:schemeClr>
                </a:solidFill>
              </a:rPr>
              <a:t>cout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statement’ will only be executed if the value in x is greater than 90</a:t>
            </a:r>
            <a:r>
              <a:rPr lang="en-AU" dirty="0">
                <a:solidFill>
                  <a:srgbClr val="FFFF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65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548680"/>
            <a:ext cx="5860856" cy="648072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Lines of Code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B62887-9334-4074-BDC7-A47873B6DC19}"/>
              </a:ext>
            </a:extLst>
          </p:cNvPr>
          <p:cNvSpPr txBox="1">
            <a:spLocks/>
          </p:cNvSpPr>
          <p:nvPr/>
        </p:nvSpPr>
        <p:spPr>
          <a:xfrm>
            <a:off x="457200" y="1352664"/>
            <a:ext cx="8229600" cy="4596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if multiple lines of code is to be executed under an </a:t>
            </a:r>
            <a:r>
              <a:rPr lang="en-AU" dirty="0">
                <a:solidFill>
                  <a:srgbClr val="7030A0"/>
                </a:solidFill>
                <a:latin typeface="Arial Nova" panose="020B0504020202020204" pitchFamily="34" charset="0"/>
              </a:rPr>
              <a:t>if</a:t>
            </a:r>
            <a:r>
              <a:rPr lang="en-AU" dirty="0"/>
              <a:t> statement, {} should be used.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Do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put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 ; </a:t>
            </a:r>
            <a:r>
              <a:rPr lang="en-AU" dirty="0"/>
              <a:t>after the </a:t>
            </a:r>
            <a:r>
              <a:rPr lang="en-AU" dirty="0">
                <a:solidFill>
                  <a:srgbClr val="7030A0"/>
                </a:solidFill>
                <a:latin typeface="Arial Nova" panose="020B0504020202020204" pitchFamily="34" charset="0"/>
              </a:rPr>
              <a:t>if </a:t>
            </a:r>
            <a:r>
              <a:rPr lang="en-AU" dirty="0"/>
              <a:t>(</a:t>
            </a:r>
            <a:r>
              <a:rPr lang="en-AU" i="1" dirty="0"/>
              <a:t>condition</a:t>
            </a:r>
            <a:r>
              <a:rPr lang="en-AU" dirty="0"/>
              <a:t>) statement.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e.g. </a:t>
            </a:r>
            <a:r>
              <a:rPr lang="en-AU" dirty="0">
                <a:solidFill>
                  <a:srgbClr val="7030A0"/>
                </a:solidFill>
                <a:latin typeface="Arial Nova" panose="020B0504020202020204" pitchFamily="34" charset="0"/>
              </a:rPr>
              <a:t>if</a:t>
            </a:r>
            <a:r>
              <a:rPr lang="en-AU" dirty="0">
                <a:latin typeface="Arial Nova" panose="020B0504020202020204" pitchFamily="34" charset="0"/>
              </a:rPr>
              <a:t> (x&gt;90)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>
                <a:latin typeface="Arial Nova" panose="020B0504020202020204" pitchFamily="34" charset="0"/>
              </a:rPr>
              <a:t>{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>
                <a:latin typeface="Arial Nova" panose="020B0504020202020204" pitchFamily="34" charset="0"/>
              </a:rPr>
              <a:t>	</a:t>
            </a: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“Congratulation!”&lt;&lt; </a:t>
            </a:r>
            <a:r>
              <a:rPr lang="en-AU" sz="2800" dirty="0" err="1">
                <a:latin typeface="Arial Nova" panose="020B0504020202020204" pitchFamily="34" charset="0"/>
              </a:rPr>
              <a:t>endl</a:t>
            </a:r>
            <a:r>
              <a:rPr lang="en-AU" sz="2800" dirty="0">
                <a:latin typeface="Arial Nova" panose="020B0504020202020204" pitchFamily="34" charset="0"/>
              </a:rPr>
              <a:t>;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>
                <a:latin typeface="Arial Nova" panose="020B0504020202020204" pitchFamily="34" charset="0"/>
              </a:rPr>
              <a:t>	</a:t>
            </a: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“A very good score of ”;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>
                <a:latin typeface="Arial Nova" panose="020B0504020202020204" pitchFamily="34" charset="0"/>
              </a:rPr>
              <a:t>	</a:t>
            </a: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x &lt;&lt; “.” &lt;&lt; </a:t>
            </a:r>
            <a:r>
              <a:rPr lang="en-AU" sz="2800" dirty="0" err="1">
                <a:latin typeface="Arial Nova" panose="020B0504020202020204" pitchFamily="34" charset="0"/>
              </a:rPr>
              <a:t>endl</a:t>
            </a:r>
            <a:r>
              <a:rPr lang="en-AU" sz="2800" dirty="0">
                <a:latin typeface="Arial Nova" panose="020B0504020202020204" pitchFamily="34" charset="0"/>
              </a:rPr>
              <a:t>;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>
                <a:latin typeface="Arial Nova" panose="020B0504020202020204" pitchFamily="34" charset="0"/>
              </a:rPr>
              <a:t>}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3191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64704"/>
            <a:ext cx="6076880" cy="648072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Conditional Branches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E3BA5E-49EA-4FF8-8660-88902C8E7A28}"/>
              </a:ext>
            </a:extLst>
          </p:cNvPr>
          <p:cNvSpPr txBox="1">
            <a:spLocks/>
          </p:cNvSpPr>
          <p:nvPr/>
        </p:nvSpPr>
        <p:spPr>
          <a:xfrm>
            <a:off x="251520" y="1916832"/>
            <a:ext cx="8269128" cy="3096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dirty="0">
                <a:solidFill>
                  <a:srgbClr val="7030A0"/>
                </a:solidFill>
              </a:rPr>
              <a:t>else</a:t>
            </a:r>
            <a:r>
              <a:rPr lang="en-AU" dirty="0">
                <a:solidFill>
                  <a:srgbClr val="FFFF00"/>
                </a:solidFill>
              </a:rPr>
              <a:t> </a:t>
            </a:r>
            <a:r>
              <a:rPr lang="en-AU" dirty="0"/>
              <a:t>statement can be used to specify what to do if the ‘if’ condition is not met.</a:t>
            </a:r>
            <a:endParaRPr lang="en-AU" dirty="0">
              <a:solidFill>
                <a:srgbClr val="FFFF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e.g. </a:t>
            </a:r>
            <a:r>
              <a:rPr lang="en-AU" dirty="0">
                <a:solidFill>
                  <a:srgbClr val="7030A0"/>
                </a:solidFill>
                <a:latin typeface="Arial Nova" panose="020B0504020202020204" pitchFamily="34" charset="0"/>
              </a:rPr>
              <a:t>if</a:t>
            </a:r>
            <a:r>
              <a:rPr lang="en-AU" dirty="0">
                <a:latin typeface="Arial Nova" panose="020B0504020202020204" pitchFamily="34" charset="0"/>
              </a:rPr>
              <a:t> (x&gt;90)	</a:t>
            </a:r>
            <a:r>
              <a:rPr lang="en-AU" dirty="0">
                <a:solidFill>
                  <a:srgbClr val="00B050"/>
                </a:solidFill>
                <a:latin typeface="Arial Nova" panose="020B0504020202020204" pitchFamily="34" charset="0"/>
              </a:rPr>
              <a:t>// Condition 1</a:t>
            </a:r>
            <a:endParaRPr lang="en-AU" sz="2800" dirty="0">
              <a:latin typeface="Arial Nova" panose="020B0504020202020204" pitchFamily="34" charset="0"/>
            </a:endParaRPr>
          </a:p>
          <a:p>
            <a:pPr marL="1371600" lvl="3" indent="0">
              <a:buNone/>
            </a:pPr>
            <a:r>
              <a:rPr lang="en-AU" sz="2800" dirty="0">
                <a:latin typeface="Arial Nova" panose="020B0504020202020204" pitchFamily="34" charset="0"/>
              </a:rPr>
              <a:t>	</a:t>
            </a: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“Congratulation!”&lt;&lt;</a:t>
            </a:r>
            <a:r>
              <a:rPr lang="en-AU" sz="2800" dirty="0" err="1">
                <a:latin typeface="Arial Nova" panose="020B0504020202020204" pitchFamily="34" charset="0"/>
              </a:rPr>
              <a:t>endl</a:t>
            </a:r>
            <a:r>
              <a:rPr lang="en-AU" sz="2800" dirty="0">
                <a:latin typeface="Arial Nova" panose="020B0504020202020204" pitchFamily="34" charset="0"/>
              </a:rPr>
              <a:t>;</a:t>
            </a:r>
          </a:p>
          <a:p>
            <a:pPr marL="1371600" lvl="3" indent="0">
              <a:buNone/>
            </a:pPr>
            <a:r>
              <a:rPr lang="en-AU" sz="2800" dirty="0">
                <a:solidFill>
                  <a:srgbClr val="7030A0"/>
                </a:solidFill>
                <a:latin typeface="Arial Nova" panose="020B0504020202020204" pitchFamily="34" charset="0"/>
              </a:rPr>
              <a:t>else</a:t>
            </a:r>
            <a:r>
              <a:rPr lang="en-AU" sz="2800" dirty="0">
                <a:latin typeface="Arial Nova" panose="020B0504020202020204" pitchFamily="34" charset="0"/>
              </a:rPr>
              <a:t> 	</a:t>
            </a:r>
            <a:r>
              <a:rPr lang="en-AU" sz="2800" dirty="0">
                <a:solidFill>
                  <a:srgbClr val="00B050"/>
                </a:solidFill>
                <a:latin typeface="Arial Nova" panose="020B0504020202020204" pitchFamily="34" charset="0"/>
              </a:rPr>
              <a:t> // Condition 2</a:t>
            </a:r>
            <a:endParaRPr lang="en-AU" sz="2800" dirty="0">
              <a:latin typeface="Arial Nova" panose="020B0504020202020204" pitchFamily="34" charset="0"/>
            </a:endParaRPr>
          </a:p>
          <a:p>
            <a:pPr marL="1371600" lvl="3" indent="0">
              <a:buNone/>
            </a:pPr>
            <a:r>
              <a:rPr lang="en-AU" sz="2800" dirty="0">
                <a:latin typeface="Arial Nova" panose="020B0504020202020204" pitchFamily="34" charset="0"/>
              </a:rPr>
              <a:t>	</a:t>
            </a: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“You can improve your score”;</a:t>
            </a:r>
          </a:p>
        </p:txBody>
      </p:sp>
    </p:spTree>
    <p:extLst>
      <p:ext uri="{BB962C8B-B14F-4D97-AF65-F5344CB8AC3E}">
        <p14:creationId xmlns:p14="http://schemas.microsoft.com/office/powerpoint/2010/main" val="3523230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354966"/>
            <a:ext cx="6076880" cy="73189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Conditional Branches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ECF6C3-E464-4483-83E9-C9D00BC8292D}"/>
              </a:ext>
            </a:extLst>
          </p:cNvPr>
          <p:cNvSpPr txBox="1">
            <a:spLocks/>
          </p:cNvSpPr>
          <p:nvPr/>
        </p:nvSpPr>
        <p:spPr>
          <a:xfrm>
            <a:off x="264344" y="1302260"/>
            <a:ext cx="8256304" cy="471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Use </a:t>
            </a:r>
            <a:r>
              <a:rPr lang="en-AU" dirty="0">
                <a:solidFill>
                  <a:srgbClr val="7030A0"/>
                </a:solidFill>
              </a:rPr>
              <a:t>if – else if – else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AU" dirty="0"/>
              <a:t>for a range of conditional branches.</a:t>
            </a:r>
            <a:endParaRPr lang="en-AU" dirty="0">
              <a:solidFill>
                <a:srgbClr val="FFFF00"/>
              </a:solidFill>
            </a:endParaRPr>
          </a:p>
          <a:p>
            <a:pPr lvl="1"/>
            <a:r>
              <a:rPr lang="en-AU" dirty="0"/>
              <a:t>e.g. </a:t>
            </a:r>
          </a:p>
          <a:p>
            <a:pPr marL="914400" lvl="2" indent="0">
              <a:buNone/>
            </a:pPr>
            <a:r>
              <a:rPr lang="en-AU" sz="2800" dirty="0">
                <a:solidFill>
                  <a:srgbClr val="7030A0"/>
                </a:solidFill>
                <a:latin typeface="Arial Nova" panose="020B0504020202020204" pitchFamily="34" charset="0"/>
              </a:rPr>
              <a:t>if</a:t>
            </a:r>
            <a:r>
              <a:rPr lang="en-AU" sz="2800" dirty="0">
                <a:latin typeface="Arial Nova" panose="020B0504020202020204" pitchFamily="34" charset="0"/>
              </a:rPr>
              <a:t> (x&lt;0) 	</a:t>
            </a:r>
            <a:r>
              <a:rPr lang="en-AU" sz="2800" dirty="0">
                <a:solidFill>
                  <a:srgbClr val="00B050"/>
                </a:solidFill>
                <a:latin typeface="Arial Nova" panose="020B0504020202020204" pitchFamily="34" charset="0"/>
              </a:rPr>
              <a:t>// Condition 1</a:t>
            </a:r>
            <a:endParaRPr lang="en-AU" sz="2800" dirty="0">
              <a:latin typeface="Arial Nova" panose="020B0504020202020204" pitchFamily="34" charset="0"/>
            </a:endParaRP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“x is negative.”&lt;&lt;</a:t>
            </a:r>
            <a:r>
              <a:rPr lang="en-AU" sz="2800" dirty="0" err="1">
                <a:latin typeface="Arial Nova" panose="020B0504020202020204" pitchFamily="34" charset="0"/>
              </a:rPr>
              <a:t>endl</a:t>
            </a:r>
            <a:r>
              <a:rPr lang="en-AU" sz="2800" dirty="0">
                <a:latin typeface="Arial Nova" panose="020B0504020202020204" pitchFamily="34" charset="0"/>
              </a:rPr>
              <a:t>;</a:t>
            </a:r>
          </a:p>
          <a:p>
            <a:pPr marL="1371600" lvl="3" indent="-474663">
              <a:buNone/>
            </a:pPr>
            <a:r>
              <a:rPr lang="en-AU" sz="2800" dirty="0">
                <a:solidFill>
                  <a:srgbClr val="7030A0"/>
                </a:solidFill>
                <a:latin typeface="Arial Nova" panose="020B0504020202020204" pitchFamily="34" charset="0"/>
              </a:rPr>
              <a:t>else if</a:t>
            </a:r>
            <a:r>
              <a:rPr lang="en-AU" sz="2800" dirty="0">
                <a:latin typeface="Arial Nova" panose="020B0504020202020204" pitchFamily="34" charset="0"/>
              </a:rPr>
              <a:t> (x&gt;0) 	</a:t>
            </a:r>
            <a:r>
              <a:rPr lang="en-AU" sz="2800" dirty="0">
                <a:solidFill>
                  <a:srgbClr val="00B050"/>
                </a:solidFill>
                <a:latin typeface="Arial Nova" panose="020B0504020202020204" pitchFamily="34" charset="0"/>
              </a:rPr>
              <a:t>// Condition 2</a:t>
            </a:r>
            <a:endParaRPr lang="en-AU" sz="2800" dirty="0">
              <a:latin typeface="Arial Nova" panose="020B0504020202020204" pitchFamily="34" charset="0"/>
            </a:endParaRP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“x is positive.”&lt;&lt;</a:t>
            </a:r>
            <a:r>
              <a:rPr lang="en-AU" sz="2800" dirty="0" err="1">
                <a:latin typeface="Arial Nova" panose="020B0504020202020204" pitchFamily="34" charset="0"/>
              </a:rPr>
              <a:t>endl</a:t>
            </a:r>
            <a:r>
              <a:rPr lang="en-AU" sz="2800" dirty="0">
                <a:latin typeface="Arial Nova" panose="020B0504020202020204" pitchFamily="34" charset="0"/>
              </a:rPr>
              <a:t>; </a:t>
            </a:r>
          </a:p>
          <a:p>
            <a:pPr marL="1371600" lvl="3" indent="-474663">
              <a:buNone/>
            </a:pPr>
            <a:r>
              <a:rPr lang="en-AU" sz="2800" dirty="0">
                <a:solidFill>
                  <a:srgbClr val="7030A0"/>
                </a:solidFill>
                <a:latin typeface="Arial Nova" panose="020B0504020202020204" pitchFamily="34" charset="0"/>
              </a:rPr>
              <a:t>else</a:t>
            </a:r>
            <a:r>
              <a:rPr lang="en-AU" sz="2800" dirty="0">
                <a:latin typeface="Arial Nova" panose="020B0504020202020204" pitchFamily="34" charset="0"/>
              </a:rPr>
              <a:t>		</a:t>
            </a:r>
            <a:r>
              <a:rPr lang="en-AU" sz="2800" dirty="0">
                <a:solidFill>
                  <a:srgbClr val="00B050"/>
                </a:solidFill>
                <a:latin typeface="Arial Nova" panose="020B0504020202020204" pitchFamily="34" charset="0"/>
              </a:rPr>
              <a:t>// Condition 3</a:t>
            </a:r>
            <a:endParaRPr lang="en-AU" sz="2800" dirty="0">
              <a:solidFill>
                <a:srgbClr val="7030A0"/>
              </a:solidFill>
              <a:latin typeface="Arial Nova" panose="020B0504020202020204" pitchFamily="34" charset="0"/>
            </a:endParaRP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>
                <a:latin typeface="Arial Nova" panose="020B0504020202020204" pitchFamily="34" charset="0"/>
              </a:rPr>
              <a:t>cout</a:t>
            </a:r>
            <a:r>
              <a:rPr lang="en-AU" sz="2800" dirty="0">
                <a:latin typeface="Arial Nova" panose="020B0504020202020204" pitchFamily="34" charset="0"/>
              </a:rPr>
              <a:t> &lt;&lt; “x is 0.” &lt;&lt;</a:t>
            </a:r>
            <a:r>
              <a:rPr lang="en-AU" sz="2800" dirty="0" err="1">
                <a:latin typeface="Arial Nova" panose="020B0504020202020204" pitchFamily="34" charset="0"/>
              </a:rPr>
              <a:t>endl</a:t>
            </a:r>
            <a:r>
              <a:rPr lang="en-AU" sz="2800" dirty="0">
                <a:latin typeface="Arial Nova" panose="020B05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67463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354966"/>
            <a:ext cx="5860856" cy="1057809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Commas in </a:t>
            </a:r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06B65D-9C5D-43A0-905A-3C782D00616D}"/>
              </a:ext>
            </a:extLst>
          </p:cNvPr>
          <p:cNvSpPr txBox="1">
            <a:spLocks/>
          </p:cNvSpPr>
          <p:nvPr/>
        </p:nvSpPr>
        <p:spPr>
          <a:xfrm>
            <a:off x="273702" y="1484784"/>
            <a:ext cx="8256304" cy="373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457200">
              <a:buFont typeface="Arial" panose="020B0604020202020204" pitchFamily="34" charset="0"/>
              <a:buChar char="•"/>
            </a:pPr>
            <a:r>
              <a:rPr lang="en-AU" dirty="0"/>
              <a:t>Use of commas ,</a:t>
            </a:r>
          </a:p>
          <a:p>
            <a:pPr marL="971550" lvl="1" indent="-457200">
              <a:buFont typeface="Arial" panose="020B0604020202020204" pitchFamily="34" charset="0"/>
              <a:buChar char="•"/>
            </a:pPr>
            <a:r>
              <a:rPr lang="en-AU" dirty="0"/>
              <a:t>e.g.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latin typeface="Arial Nova" panose="020B0504020202020204" pitchFamily="34" charset="0"/>
              </a:rPr>
              <a:t>int a=1,b=2,c=10,d=20;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>
                <a:latin typeface="Arial Nova" panose="020B0504020202020204" pitchFamily="34" charset="0"/>
              </a:rPr>
              <a:t>	</a:t>
            </a:r>
            <a:r>
              <a:rPr lang="en-AU" dirty="0">
                <a:solidFill>
                  <a:srgbClr val="7030A0"/>
                </a:solidFill>
                <a:latin typeface="Arial Nova" panose="020B0504020202020204" pitchFamily="34" charset="0"/>
              </a:rPr>
              <a:t>if</a:t>
            </a:r>
            <a:r>
              <a:rPr lang="en-AU" dirty="0">
                <a:latin typeface="Arial Nova" panose="020B0504020202020204" pitchFamily="34" charset="0"/>
              </a:rPr>
              <a:t> (a&lt;0) c*=10, d*=20;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>
                <a:latin typeface="Arial Nova" panose="020B0504020202020204" pitchFamily="34" charset="0"/>
              </a:rPr>
              <a:t>	</a:t>
            </a:r>
            <a:r>
              <a:rPr lang="en-AU" dirty="0">
                <a:solidFill>
                  <a:srgbClr val="7030A0"/>
                </a:solidFill>
                <a:latin typeface="Arial Nova" panose="020B0504020202020204" pitchFamily="34" charset="0"/>
              </a:rPr>
              <a:t>else if</a:t>
            </a:r>
            <a:r>
              <a:rPr lang="en-AU" dirty="0">
                <a:latin typeface="Arial Nova" panose="020B0504020202020204" pitchFamily="34" charset="0"/>
              </a:rPr>
              <a:t> (a&lt;b) c/=10, d/=20; 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>
                <a:latin typeface="Arial Nova" panose="020B0504020202020204" pitchFamily="34" charset="0"/>
              </a:rPr>
              <a:t>	</a:t>
            </a:r>
            <a:r>
              <a:rPr lang="en-AU" dirty="0">
                <a:solidFill>
                  <a:srgbClr val="7030A0"/>
                </a:solidFill>
                <a:latin typeface="Arial Nova" panose="020B0504020202020204" pitchFamily="34" charset="0"/>
              </a:rPr>
              <a:t>else</a:t>
            </a:r>
            <a:r>
              <a:rPr lang="en-AU" dirty="0">
                <a:latin typeface="Arial Nova" panose="020B0504020202020204" pitchFamily="34" charset="0"/>
              </a:rPr>
              <a:t> c=b;</a:t>
            </a:r>
          </a:p>
        </p:txBody>
      </p:sp>
    </p:spTree>
    <p:extLst>
      <p:ext uri="{BB962C8B-B14F-4D97-AF65-F5344CB8AC3E}">
        <p14:creationId xmlns:p14="http://schemas.microsoft.com/office/powerpoint/2010/main" val="34533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462689"/>
            <a:ext cx="6004872" cy="734064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code is equivalent to: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04EBB1-764E-41C3-89A4-6A3655417968}"/>
              </a:ext>
            </a:extLst>
          </p:cNvPr>
          <p:cNvSpPr txBox="1">
            <a:spLocks/>
          </p:cNvSpPr>
          <p:nvPr/>
        </p:nvSpPr>
        <p:spPr>
          <a:xfrm>
            <a:off x="1115616" y="1412776"/>
            <a:ext cx="4608512" cy="514955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a=1;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b=2;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c=10;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d=20;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(a&lt;0)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{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c=c*10;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d=d*20;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}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else if </a:t>
            </a:r>
            <a:r>
              <a:rPr lang="en-AU" dirty="0"/>
              <a:t>(a&lt;b)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{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c=c/10;</a:t>
            </a:r>
            <a:br>
              <a:rPr lang="en-AU" dirty="0"/>
            </a:br>
            <a:r>
              <a:rPr lang="en-AU" dirty="0"/>
              <a:t>	d=d/20;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} 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else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c=b;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endParaRPr lang="en-AU" dirty="0"/>
          </a:p>
          <a:p>
            <a:pPr marL="971550" lvl="1" indent="-457200"/>
            <a:r>
              <a:rPr lang="en-AU" dirty="0">
                <a:solidFill>
                  <a:srgbClr val="FF0000"/>
                </a:solidFill>
              </a:rPr>
              <a:t>Too long? – But, use this!</a:t>
            </a:r>
          </a:p>
        </p:txBody>
      </p:sp>
    </p:spTree>
    <p:extLst>
      <p:ext uri="{BB962C8B-B14F-4D97-AF65-F5344CB8AC3E}">
        <p14:creationId xmlns:p14="http://schemas.microsoft.com/office/powerpoint/2010/main" val="3112112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656" y="476672"/>
            <a:ext cx="5644832" cy="720080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5.2 – If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https://www.learncpp.com/cpp-tutorial/52-if-</a:t>
            </a:r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statements/</a:t>
            </a:r>
            <a:endParaRPr lang="en-AU" sz="2400" dirty="0"/>
          </a:p>
          <a:p>
            <a:r>
              <a:rPr lang="en-AU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82460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switch</a:t>
            </a:r>
            <a:r>
              <a:rPr lang="en-GB" sz="4400" dirty="0"/>
              <a:t> Conditional Branch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29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354966"/>
            <a:ext cx="6436920" cy="1057809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Branches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246216" y="109021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dirty="0"/>
              <a:t>Defined as a condition that causes the program to change the path of execution based on the value of an expression.</a:t>
            </a:r>
          </a:p>
          <a:p>
            <a:pPr algn="just"/>
            <a:r>
              <a:rPr lang="en-AU" dirty="0"/>
              <a:t>Forms of conditional branches:</a:t>
            </a:r>
          </a:p>
          <a:p>
            <a:pPr lvl="1" algn="just"/>
            <a:r>
              <a:rPr lang="en-AU" i="1" dirty="0">
                <a:solidFill>
                  <a:srgbClr val="7030A0"/>
                </a:solidFill>
              </a:rPr>
              <a:t>if</a:t>
            </a:r>
            <a:r>
              <a:rPr lang="en-AU" dirty="0"/>
              <a:t> statement.</a:t>
            </a:r>
          </a:p>
          <a:p>
            <a:pPr lvl="1" algn="just"/>
            <a:r>
              <a:rPr lang="en-AU" i="1" dirty="0">
                <a:solidFill>
                  <a:srgbClr val="7030A0"/>
                </a:solidFill>
              </a:rPr>
              <a:t>switch</a:t>
            </a:r>
            <a:r>
              <a:rPr lang="en-AU" dirty="0"/>
              <a:t> statement. ←</a:t>
            </a:r>
          </a:p>
        </p:txBody>
      </p:sp>
    </p:spTree>
    <p:extLst>
      <p:ext uri="{BB962C8B-B14F-4D97-AF65-F5344CB8AC3E}">
        <p14:creationId xmlns:p14="http://schemas.microsoft.com/office/powerpoint/2010/main" val="3930432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548680"/>
            <a:ext cx="6220896" cy="864096"/>
          </a:xfrm>
        </p:spPr>
        <p:txBody>
          <a:bodyPr>
            <a:noAutofit/>
          </a:bodyPr>
          <a:lstStyle/>
          <a:p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7970D7C-EA5A-4978-8FA2-466F0E52771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8478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 is a natural choice for menu-driven program: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display the menu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then, get the user's menu selection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user input as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in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</a:t>
            </a:r>
          </a:p>
          <a:p>
            <a:pPr lvl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menu choices as 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expr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in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case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statements</a:t>
            </a:r>
          </a:p>
          <a:p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if-else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can be used in place of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8657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354967"/>
            <a:ext cx="6148888" cy="697770"/>
          </a:xfrm>
        </p:spPr>
        <p:txBody>
          <a:bodyPr>
            <a:noAutofit/>
          </a:bodyPr>
          <a:lstStyle/>
          <a:p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 Format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810FF1E-7DB4-4441-9E89-3DE42BF6F887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1556792"/>
            <a:ext cx="670708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" charset="0"/>
              <a:buNone/>
            </a:pPr>
            <a:r>
              <a:rPr lang="en-US" sz="28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 (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) //integer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{                   </a:t>
            </a: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buFont typeface="Times" charset="0"/>
              <a:buNone/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case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exp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1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: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1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case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exp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2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: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2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...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case </a:t>
            </a:r>
            <a:r>
              <a:rPr lang="en-US" sz="2800" i="1" dirty="0" err="1">
                <a:latin typeface="Courier New" charset="0"/>
                <a:ea typeface="ヒラギノ角ゴ Pro W3" charset="0"/>
                <a:cs typeface="Arial" charset="0"/>
              </a:rPr>
              <a:t>exp</a:t>
            </a:r>
            <a:r>
              <a:rPr lang="en-US" sz="2800" b="1" i="1" dirty="0" err="1">
                <a:latin typeface="Courier New" charset="0"/>
                <a:ea typeface="ヒラギノ角ゴ Pro W3" charset="0"/>
                <a:cs typeface="Arial" charset="0"/>
              </a:rPr>
              <a:t>n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: </a:t>
            </a:r>
            <a:r>
              <a:rPr lang="en-US" sz="2800" i="1" dirty="0" err="1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 err="1">
                <a:latin typeface="Courier New" charset="0"/>
                <a:ea typeface="ヒラギノ角ゴ Pro W3" charset="0"/>
                <a:cs typeface="Arial" charset="0"/>
              </a:rPr>
              <a:t>n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	default:   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statement</a:t>
            </a:r>
            <a:r>
              <a:rPr lang="en-US" sz="2800" b="1" i="1" dirty="0">
                <a:latin typeface="Courier New" charset="0"/>
                <a:ea typeface="ヒラギノ角ゴ Pro W3" charset="0"/>
                <a:cs typeface="Arial" charset="0"/>
              </a:rPr>
              <a:t>n+1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buFont typeface="Times" charset="0"/>
              <a:buNone/>
            </a:pP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205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367965"/>
            <a:ext cx="6364912" cy="612763"/>
          </a:xfrm>
        </p:spPr>
        <p:txBody>
          <a:bodyPr>
            <a:noAutofit/>
          </a:bodyPr>
          <a:lstStyle/>
          <a:p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96752"/>
            <a:ext cx="8294688" cy="5112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Used to exit a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If it is left out, the program "falls through" the remaining statements in the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Example:</a:t>
            </a:r>
          </a:p>
          <a:p>
            <a:pPr marL="0" indent="0">
              <a:buNone/>
            </a:pPr>
            <a:r>
              <a:rPr lang="en-AU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(n) {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  case ’a':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”a has been given.\n";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break;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  case ’b':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”b has been given.\n";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break;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default: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"unknown character!\n";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	break;</a:t>
            </a:r>
          </a:p>
          <a:p>
            <a:pPr marL="0" indent="0">
              <a:buNone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2401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354966"/>
            <a:ext cx="6436920" cy="697769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Program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268760"/>
            <a:ext cx="7915920" cy="50405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Use </a:t>
            </a:r>
            <a:r>
              <a:rPr lang="en-US" sz="28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if - else if - else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statement as an alternative to </a:t>
            </a:r>
            <a:r>
              <a:rPr lang="en-US" sz="28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switch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:</a:t>
            </a:r>
          </a:p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Example:</a:t>
            </a:r>
          </a:p>
          <a:p>
            <a:pPr marL="0" indent="0">
              <a:buNone/>
            </a:pPr>
            <a:r>
              <a:rPr lang="en-AU" sz="2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(n == ‘a’)</a:t>
            </a:r>
          </a:p>
          <a:p>
            <a:pPr marL="0" indent="0">
              <a:buNone/>
            </a:pP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”a has been given.\n";</a:t>
            </a:r>
          </a:p>
          <a:p>
            <a:pPr marL="0" indent="0">
              <a:buNone/>
            </a:pPr>
            <a:r>
              <a:rPr lang="en-AU" sz="2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(n == ’b’)</a:t>
            </a:r>
          </a:p>
          <a:p>
            <a:pPr marL="0" indent="0">
              <a:buNone/>
            </a:pP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”b has been given.\n";</a:t>
            </a:r>
          </a:p>
          <a:p>
            <a:pPr marL="0" indent="0">
              <a:buNone/>
            </a:pPr>
            <a:r>
              <a:rPr lang="en-AU" sz="2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A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"unknown character!\n";</a:t>
            </a:r>
          </a:p>
          <a:p>
            <a:pPr marL="0" indent="0">
              <a:buNone/>
            </a:pPr>
            <a:r>
              <a:rPr lang="en-A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52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476672"/>
            <a:ext cx="5716840" cy="936103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5.3 – Switch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https://www.learncpp.com/cpp-tutorial/53-switch-</a:t>
            </a:r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statements/</a:t>
            </a:r>
            <a:endParaRPr lang="en-AU" sz="2400" dirty="0"/>
          </a:p>
          <a:p>
            <a:pPr marL="895350" indent="-895350"/>
            <a:r>
              <a:rPr lang="en-AU" sz="2400" dirty="0"/>
              <a:t>[3]	</a:t>
            </a:r>
            <a:r>
              <a:rPr lang="en-AU" sz="2400" err="1"/>
              <a:t>cppreference</a:t>
            </a:r>
            <a:r>
              <a:rPr lang="en-AU" sz="2400"/>
              <a:t>.com: switch </a:t>
            </a:r>
            <a:r>
              <a:rPr lang="en-AU" sz="2400" dirty="0"/>
              <a:t>statement </a:t>
            </a:r>
            <a:r>
              <a:rPr lang="en-AU" sz="2400" dirty="0">
                <a:hlinkClick r:id="rId4"/>
              </a:rPr>
              <a:t>https://en.cppreference.com/w/cpp/language/switch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6039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while</a:t>
            </a:r>
            <a:r>
              <a:rPr lang="en-GB" sz="4400" dirty="0"/>
              <a:t> Iteration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554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476672"/>
            <a:ext cx="6220896" cy="936103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Statement (loops)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CBE3C3-C788-4CA0-917E-52C5600FFBD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are used to repeat a statement a certain number of times when a condition is met.</a:t>
            </a:r>
          </a:p>
          <a:p>
            <a:r>
              <a:rPr lang="en-AU" dirty="0"/>
              <a:t>There are three types of loops: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while</a:t>
            </a:r>
            <a:r>
              <a:rPr lang="en-AU" dirty="0"/>
              <a:t> loop. </a:t>
            </a:r>
            <a:r>
              <a:rPr lang="en-AU" b="1" dirty="0"/>
              <a:t>←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do-while</a:t>
            </a:r>
            <a:r>
              <a:rPr lang="en-AU" dirty="0"/>
              <a:t> loop.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/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3386482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548680"/>
            <a:ext cx="6220896" cy="550396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D6302D-FA1D-4565-91FE-DD38931C5ABD}"/>
              </a:ext>
            </a:extLst>
          </p:cNvPr>
          <p:cNvGrpSpPr/>
          <p:nvPr/>
        </p:nvGrpSpPr>
        <p:grpSpPr>
          <a:xfrm>
            <a:off x="457200" y="1099076"/>
            <a:ext cx="8077379" cy="5210244"/>
            <a:chOff x="457200" y="1099076"/>
            <a:chExt cx="8077379" cy="5210244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94B8F9B-9949-4127-9146-A4B0DB9C8BD3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099076"/>
              <a:ext cx="8077379" cy="187331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The format is: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r>
                <a:rPr lang="en-AU" i="1" dirty="0">
                  <a:solidFill>
                    <a:srgbClr val="7030A0"/>
                  </a:solidFill>
                </a:rPr>
                <a:t>while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 (expression or condition) </a:t>
              </a:r>
              <a:r>
                <a:rPr lang="en-AU" dirty="0"/>
                <a:t>{ Statement(s) }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r>
                <a:rPr lang="en-AU" dirty="0"/>
                <a:t>– repeat while “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expression or condition</a:t>
              </a:r>
              <a:r>
                <a:rPr lang="en-AU" dirty="0"/>
                <a:t>” is </a:t>
              </a:r>
              <a:r>
                <a:rPr lang="en-AU" b="1" dirty="0">
                  <a:solidFill>
                    <a:schemeClr val="accent2">
                      <a:lumMod val="75000"/>
                    </a:schemeClr>
                  </a:solidFill>
                </a:rPr>
                <a:t>true</a:t>
              </a:r>
              <a:r>
                <a:rPr lang="en-AU" dirty="0"/>
                <a:t>.</a:t>
              </a:r>
            </a:p>
            <a:p>
              <a:pPr marL="357188" lvl="1" indent="-357188">
                <a:buFont typeface="Arial" panose="020B0604020202020204" pitchFamily="34" charset="0"/>
                <a:buChar char="•"/>
              </a:pPr>
              <a:r>
                <a:rPr lang="en-AU" dirty="0"/>
                <a:t>The logical flow of while loop: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endParaRPr lang="en-AU" dirty="0"/>
            </a:p>
          </p:txBody>
        </p:sp>
        <p:pic>
          <p:nvPicPr>
            <p:cNvPr id="9" name="Picture 3" descr="0501sowc copy">
              <a:extLst>
                <a:ext uri="{FF2B5EF4-FFF2-40B4-BE49-F238E27FC236}">
                  <a16:creationId xmlns:a16="http://schemas.microsoft.com/office/drawing/2014/main" id="{260B416D-EAA5-41D0-9055-0B3E288FF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255" y="2972395"/>
              <a:ext cx="4191000" cy="333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47924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476672"/>
            <a:ext cx="6076880" cy="585569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86383-E271-4F9F-93C5-85C9C327653F}"/>
              </a:ext>
            </a:extLst>
          </p:cNvPr>
          <p:cNvSpPr/>
          <p:nvPr/>
        </p:nvSpPr>
        <p:spPr>
          <a:xfrm>
            <a:off x="941184" y="1220397"/>
            <a:ext cx="65831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// custom countdown using while</a:t>
            </a:r>
          </a:p>
          <a:p>
            <a:r>
              <a:rPr lang="en-AU" sz="2000" dirty="0"/>
              <a:t>#include &lt;</a:t>
            </a:r>
            <a:r>
              <a:rPr lang="en-AU" sz="2000" dirty="0" err="1"/>
              <a:t>iostream</a:t>
            </a:r>
            <a:r>
              <a:rPr lang="en-AU" sz="2000" dirty="0"/>
              <a:t>&gt;</a:t>
            </a:r>
          </a:p>
          <a:p>
            <a:r>
              <a:rPr lang="en-AU" sz="2000" dirty="0"/>
              <a:t>using namespace </a:t>
            </a:r>
            <a:r>
              <a:rPr lang="en-AU" sz="2000" dirty="0" err="1"/>
              <a:t>std</a:t>
            </a:r>
            <a:r>
              <a:rPr lang="en-AU" sz="2000" dirty="0"/>
              <a:t>;</a:t>
            </a:r>
          </a:p>
          <a:p>
            <a:r>
              <a:rPr lang="en-AU" sz="2000" dirty="0" err="1"/>
              <a:t>int</a:t>
            </a:r>
            <a:r>
              <a:rPr lang="en-AU" sz="2000" dirty="0"/>
              <a:t> main ()</a:t>
            </a:r>
          </a:p>
          <a:p>
            <a:r>
              <a:rPr lang="en-AU" sz="2000" dirty="0"/>
              <a:t>{</a:t>
            </a:r>
          </a:p>
          <a:p>
            <a:r>
              <a:rPr lang="da-DK" sz="2000" dirty="0"/>
              <a:t>	</a:t>
            </a:r>
            <a:r>
              <a:rPr lang="da-DK" sz="2000" dirty="0" err="1"/>
              <a:t>int</a:t>
            </a:r>
            <a:r>
              <a:rPr lang="da-DK" sz="2000" dirty="0"/>
              <a:t> n;</a:t>
            </a:r>
          </a:p>
          <a:p>
            <a:r>
              <a:rPr lang="da-DK" sz="2000" dirty="0"/>
              <a:t>	cout &lt;&lt; "Enter the starting number: ";</a:t>
            </a:r>
          </a:p>
          <a:p>
            <a:r>
              <a:rPr lang="da-DK" sz="2000" dirty="0"/>
              <a:t>	</a:t>
            </a:r>
            <a:r>
              <a:rPr lang="da-DK" sz="2000" dirty="0" err="1"/>
              <a:t>cin</a:t>
            </a:r>
            <a:r>
              <a:rPr lang="da-DK" sz="2000" dirty="0"/>
              <a:t> &gt;&gt; n;</a:t>
            </a:r>
          </a:p>
          <a:p>
            <a:r>
              <a:rPr lang="en-US" sz="2000" dirty="0"/>
              <a:t>	</a:t>
            </a:r>
            <a:r>
              <a:rPr lang="en-US" sz="2000" i="1" dirty="0">
                <a:solidFill>
                  <a:srgbClr val="7030A0"/>
                </a:solidFill>
              </a:rPr>
              <a:t>while</a:t>
            </a:r>
            <a:r>
              <a:rPr lang="en-US" sz="2000" dirty="0"/>
              <a:t> (n&gt;0)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000" dirty="0">
                <a:solidFill>
                  <a:srgbClr val="00B050"/>
                </a:solidFill>
              </a:rPr>
              <a:t>// Don’t put </a:t>
            </a:r>
            <a:r>
              <a:rPr lang="en-US" sz="2000" u="sng" dirty="0">
                <a:solidFill>
                  <a:srgbClr val="00B050"/>
                </a:solidFill>
              </a:rPr>
              <a:t>;</a:t>
            </a:r>
            <a:r>
              <a:rPr lang="en-US" sz="2000" dirty="0">
                <a:solidFill>
                  <a:srgbClr val="00B050"/>
                </a:solidFill>
              </a:rPr>
              <a:t> at the end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en-US" sz="2000" dirty="0"/>
              <a:t>	{</a:t>
            </a:r>
          </a:p>
          <a:p>
            <a:r>
              <a:rPr lang="cs-CZ" sz="2000" dirty="0"/>
              <a:t>		</a:t>
            </a:r>
            <a:r>
              <a:rPr lang="cs-CZ" sz="2000" dirty="0" err="1"/>
              <a:t>cout</a:t>
            </a:r>
            <a:r>
              <a:rPr lang="cs-CZ" sz="2000" dirty="0"/>
              <a:t> &lt;&lt; n &lt;&lt; ", ";</a:t>
            </a:r>
          </a:p>
          <a:p>
            <a:r>
              <a:rPr lang="cs-CZ" sz="2000" dirty="0"/>
              <a:t>		--n;</a:t>
            </a:r>
            <a:r>
              <a:rPr lang="cs-CZ" sz="2000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AU" sz="2000" dirty="0">
                <a:solidFill>
                  <a:srgbClr val="00B050"/>
                </a:solidFill>
              </a:rPr>
              <a:t>// Decrement n by 1 in every loop</a:t>
            </a:r>
            <a:endParaRPr lang="cs-CZ" sz="2000" dirty="0">
              <a:solidFill>
                <a:srgbClr val="00B050"/>
              </a:solidFill>
            </a:endParaRPr>
          </a:p>
          <a:p>
            <a:r>
              <a:rPr lang="cs-CZ" sz="2000" dirty="0"/>
              <a:t>	}</a:t>
            </a:r>
          </a:p>
          <a:p>
            <a:r>
              <a:rPr lang="cs-CZ" sz="2000" dirty="0"/>
              <a:t>	</a:t>
            </a:r>
            <a:r>
              <a:rPr lang="cs-CZ" sz="2000" dirty="0" err="1"/>
              <a:t>cout</a:t>
            </a:r>
            <a:r>
              <a:rPr lang="cs-CZ" sz="2000" dirty="0"/>
              <a:t> &lt;&lt; "FIRE!\n";</a:t>
            </a:r>
          </a:p>
          <a:p>
            <a:r>
              <a:rPr lang="cs-CZ" sz="2000" dirty="0"/>
              <a:t>	return 0;</a:t>
            </a:r>
          </a:p>
          <a:p>
            <a:r>
              <a:rPr lang="cs-CZ" sz="2000" dirty="0"/>
              <a:t>}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959824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354967"/>
            <a:ext cx="6580936" cy="769777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validation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CE7ED9-1688-4518-8A3F-33D22321F9F2}"/>
              </a:ext>
            </a:extLst>
          </p:cNvPr>
          <p:cNvSpPr/>
          <p:nvPr/>
        </p:nvSpPr>
        <p:spPr>
          <a:xfrm>
            <a:off x="457200" y="1371600"/>
            <a:ext cx="67730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charset="0"/>
              </a:rPr>
              <a:t>cout</a:t>
            </a:r>
            <a:r>
              <a:rPr lang="en-US" dirty="0">
                <a:latin typeface="Courier New" charset="0"/>
              </a:rPr>
              <a:t> &lt;&lt; "Enter a number less than 10: ";</a:t>
            </a:r>
          </a:p>
          <a:p>
            <a:r>
              <a:rPr lang="en-US" dirty="0" err="1">
                <a:latin typeface="Courier New" charset="0"/>
              </a:rPr>
              <a:t>cin</a:t>
            </a:r>
            <a:r>
              <a:rPr lang="en-US" dirty="0">
                <a:latin typeface="Courier New" charset="0"/>
              </a:rPr>
              <a:t> &gt;&gt; number;</a:t>
            </a:r>
          </a:p>
          <a:p>
            <a:r>
              <a:rPr lang="en-US" dirty="0">
                <a:solidFill>
                  <a:srgbClr val="7030A0"/>
                </a:solidFill>
                <a:latin typeface="Courier New" charset="0"/>
              </a:rPr>
              <a:t>while</a:t>
            </a:r>
            <a:r>
              <a:rPr lang="en-US" dirty="0">
                <a:latin typeface="Courier New" charset="0"/>
              </a:rPr>
              <a:t> (number &gt;= 10)</a:t>
            </a:r>
          </a:p>
          <a:p>
            <a:r>
              <a:rPr lang="en-US" dirty="0">
                <a:latin typeface="Courier New" charset="0"/>
              </a:rPr>
              <a:t>{</a:t>
            </a:r>
          </a:p>
          <a:p>
            <a:r>
              <a:rPr lang="en-US" dirty="0">
                <a:latin typeface="Courier New" charset="0"/>
              </a:rPr>
              <a:t>   </a:t>
            </a:r>
            <a:r>
              <a:rPr lang="en-US" dirty="0" err="1">
                <a:latin typeface="Courier New" charset="0"/>
              </a:rPr>
              <a:t>cout</a:t>
            </a:r>
            <a:r>
              <a:rPr lang="en-US" dirty="0">
                <a:latin typeface="Courier New" charset="0"/>
              </a:rPr>
              <a:t> &lt;&lt; "Invalid Entry!"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       &lt;&lt; "Enter a number less than 10: ";</a:t>
            </a:r>
          </a:p>
          <a:p>
            <a:r>
              <a:rPr lang="en-US" dirty="0">
                <a:latin typeface="Courier New" charset="0"/>
              </a:rPr>
              <a:t>   </a:t>
            </a:r>
            <a:r>
              <a:rPr lang="en-US" dirty="0" err="1">
                <a:latin typeface="Courier New" charset="0"/>
              </a:rPr>
              <a:t>cin</a:t>
            </a:r>
            <a:r>
              <a:rPr lang="en-US" dirty="0">
                <a:latin typeface="Courier New" charset="0"/>
              </a:rPr>
              <a:t> &gt;&gt; number;</a:t>
            </a:r>
          </a:p>
          <a:p>
            <a:r>
              <a:rPr lang="en-US" dirty="0">
                <a:latin typeface="Courier New" charset="0"/>
              </a:rPr>
              <a:t>}</a:t>
            </a:r>
          </a:p>
        </p:txBody>
      </p:sp>
      <p:pic>
        <p:nvPicPr>
          <p:cNvPr id="9" name="Picture 3" descr="0504sowc copy">
            <a:extLst>
              <a:ext uri="{FF2B5EF4-FFF2-40B4-BE49-F238E27FC236}">
                <a16:creationId xmlns:a16="http://schemas.microsoft.com/office/drawing/2014/main" id="{6E42D62C-151E-4FA9-AE7B-764ACFD70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808" y="3072384"/>
            <a:ext cx="5193792" cy="3557016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6124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354966"/>
            <a:ext cx="6364912" cy="755795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Tips: When to use </a:t>
            </a:r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endParaRPr lang="en-GB" sz="32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96752"/>
            <a:ext cx="8294688" cy="5112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while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 when the number of times the loop is required to run is unknown.</a:t>
            </a:r>
          </a:p>
          <a:p>
            <a:r>
              <a:rPr lang="en-AU" dirty="0">
                <a:latin typeface="Arial" charset="0"/>
                <a:ea typeface="ヒラギノ角ゴ Pro W3" charset="0"/>
                <a:cs typeface="Arial" charset="0"/>
              </a:rPr>
              <a:t>Use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while</a:t>
            </a:r>
            <a:r>
              <a:rPr lang="en-AU" dirty="0">
                <a:latin typeface="Arial" charset="0"/>
                <a:ea typeface="ヒラギノ角ゴ Pro W3" charset="0"/>
                <a:cs typeface="Arial" charset="0"/>
              </a:rPr>
              <a:t> (1) to form an infinite loop especially when using a simple program that runs for long periods of time, e.g. </a:t>
            </a:r>
            <a:r>
              <a:rPr lang="en-AU" u="sng" dirty="0">
                <a:latin typeface="Arial" charset="0"/>
                <a:ea typeface="ヒラギノ角ゴ Pro W3" charset="0"/>
                <a:cs typeface="Arial" charset="0"/>
              </a:rPr>
              <a:t>mobile phone call</a:t>
            </a:r>
            <a:r>
              <a:rPr lang="en-AU" dirty="0">
                <a:latin typeface="Arial" charset="0"/>
                <a:ea typeface="ヒラギノ角ゴ Pro W3" charset="0"/>
                <a:cs typeface="Arial" charset="0"/>
              </a:rPr>
              <a:t>: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7030A0"/>
                </a:solidFill>
              </a:rPr>
              <a:t>while</a:t>
            </a:r>
            <a:r>
              <a:rPr lang="en-US" dirty="0"/>
              <a:t> (1)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AU" dirty="0"/>
              <a:t>   </a:t>
            </a:r>
            <a:r>
              <a:rPr lang="en-AU" dirty="0" err="1"/>
              <a:t>read_input</a:t>
            </a:r>
            <a:r>
              <a:rPr lang="en-AU" dirty="0"/>
              <a:t>();	</a:t>
            </a:r>
            <a:r>
              <a:rPr lang="en-AU" dirty="0">
                <a:solidFill>
                  <a:srgbClr val="00B050"/>
                </a:solidFill>
              </a:rPr>
              <a:t>// 1) Get network data</a:t>
            </a:r>
            <a:endParaRPr lang="cs-CZ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AU" dirty="0"/>
              <a:t>   </a:t>
            </a:r>
            <a:r>
              <a:rPr lang="en-AU" dirty="0" err="1"/>
              <a:t>process_data</a:t>
            </a:r>
            <a:r>
              <a:rPr lang="en-AU" dirty="0"/>
              <a:t>()</a:t>
            </a:r>
            <a:r>
              <a:rPr lang="cs-CZ" dirty="0"/>
              <a:t>;</a:t>
            </a:r>
            <a:r>
              <a:rPr lang="cs-CZ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AU" dirty="0">
                <a:solidFill>
                  <a:srgbClr val="00B050"/>
                </a:solidFill>
              </a:rPr>
              <a:t>// 2) Convert into sound signal</a:t>
            </a:r>
          </a:p>
          <a:p>
            <a:pPr marL="0" indent="0">
              <a:buNone/>
            </a:pPr>
            <a:r>
              <a:rPr lang="en-AU" dirty="0">
                <a:solidFill>
                  <a:srgbClr val="00B050"/>
                </a:solidFill>
              </a:rPr>
              <a:t>   </a:t>
            </a:r>
            <a:r>
              <a:rPr lang="en-AU" dirty="0" err="1"/>
              <a:t>output_data</a:t>
            </a:r>
            <a:r>
              <a:rPr lang="en-AU" dirty="0"/>
              <a:t>();</a:t>
            </a:r>
            <a:r>
              <a:rPr lang="en-AU" dirty="0">
                <a:solidFill>
                  <a:srgbClr val="00B050"/>
                </a:solidFill>
              </a:rPr>
              <a:t>	// 3) Play signal on speaker</a:t>
            </a:r>
          </a:p>
          <a:p>
            <a:pPr marL="0" indent="0">
              <a:buNone/>
            </a:pPr>
            <a:r>
              <a:rPr lang="en-AU" dirty="0">
                <a:solidFill>
                  <a:srgbClr val="00B050"/>
                </a:solidFill>
              </a:rPr>
              <a:t>   </a:t>
            </a:r>
            <a:r>
              <a:rPr lang="en-AU" dirty="0"/>
              <a:t>if </a:t>
            </a:r>
            <a:r>
              <a:rPr lang="en-AU" dirty="0" err="1"/>
              <a:t>call_end</a:t>
            </a:r>
            <a:r>
              <a:rPr lang="en-AU" dirty="0"/>
              <a:t>()</a:t>
            </a:r>
          </a:p>
          <a:p>
            <a:pPr marL="0" indent="0">
              <a:buNone/>
            </a:pPr>
            <a:r>
              <a:rPr lang="en-AU" dirty="0">
                <a:solidFill>
                  <a:srgbClr val="00B050"/>
                </a:solidFill>
              </a:rPr>
              <a:t>      </a:t>
            </a:r>
            <a:r>
              <a:rPr lang="en-AU" dirty="0"/>
              <a:t>break;</a:t>
            </a:r>
            <a:r>
              <a:rPr lang="en-AU" dirty="0">
                <a:solidFill>
                  <a:srgbClr val="00B050"/>
                </a:solidFill>
              </a:rPr>
              <a:t>		// Break the while loop if call ends</a:t>
            </a:r>
            <a:endParaRPr lang="cs-CZ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cs-CZ" dirty="0"/>
              <a:t>}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972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476672"/>
            <a:ext cx="5716840" cy="936104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5.5 – While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https://www.learncpp.com/cpp-tutorial/55-while-</a:t>
            </a:r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statements/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63804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do-while</a:t>
            </a:r>
            <a:br>
              <a:rPr lang="en-GB" sz="4400" i="1" dirty="0"/>
            </a:br>
            <a:r>
              <a:rPr lang="en-GB" sz="4400" dirty="0"/>
              <a:t>Iteration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70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620688"/>
            <a:ext cx="6364912" cy="792088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Statement (loops)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CBE3C3-C788-4CA0-917E-52C5600FFBD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are used to repeat a statement a certain number of times when a condition is met.</a:t>
            </a:r>
          </a:p>
          <a:p>
            <a:r>
              <a:rPr lang="en-AU" dirty="0"/>
              <a:t>There are three types of loops: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while</a:t>
            </a:r>
            <a:r>
              <a:rPr lang="en-AU" dirty="0"/>
              <a:t> loop.</a:t>
            </a:r>
            <a:endParaRPr lang="en-AU" b="1" dirty="0"/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do-while</a:t>
            </a:r>
            <a:r>
              <a:rPr lang="en-AU" dirty="0"/>
              <a:t> loop. </a:t>
            </a:r>
            <a:r>
              <a:rPr lang="en-AU" b="1" dirty="0"/>
              <a:t>←</a:t>
            </a:r>
            <a:endParaRPr lang="en-AU" dirty="0"/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/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2143334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354967"/>
            <a:ext cx="6292904" cy="575158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do-while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BD5ADC-76D3-45DB-A63D-CBCEE75890A5}"/>
              </a:ext>
            </a:extLst>
          </p:cNvPr>
          <p:cNvGrpSpPr/>
          <p:nvPr/>
        </p:nvGrpSpPr>
        <p:grpSpPr>
          <a:xfrm>
            <a:off x="365922" y="999622"/>
            <a:ext cx="8320878" cy="5741746"/>
            <a:chOff x="365922" y="999622"/>
            <a:chExt cx="8320878" cy="5741746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883D9F2D-AD85-4B57-86C1-80960D4A9DD4}"/>
                </a:ext>
              </a:extLst>
            </p:cNvPr>
            <p:cNvSpPr txBox="1">
              <a:spLocks/>
            </p:cNvSpPr>
            <p:nvPr/>
          </p:nvSpPr>
          <p:spPr>
            <a:xfrm>
              <a:off x="365922" y="999622"/>
              <a:ext cx="8320878" cy="12820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sz="3800" dirty="0"/>
                <a:t>The format is:</a:t>
              </a:r>
            </a:p>
            <a:p>
              <a:pPr marL="457200" lvl="1" indent="0">
                <a:buNone/>
              </a:pPr>
              <a:r>
                <a:rPr lang="en-AU" sz="3800" i="1" dirty="0">
                  <a:solidFill>
                    <a:srgbClr val="7030A0"/>
                  </a:solidFill>
                </a:rPr>
                <a:t>do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dirty="0"/>
                <a:t>{ 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statements </a:t>
              </a:r>
              <a:r>
                <a:rPr lang="en-AU" sz="3800" dirty="0"/>
                <a:t>}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i="1" dirty="0">
                  <a:solidFill>
                    <a:srgbClr val="7030A0"/>
                  </a:solidFill>
                </a:rPr>
                <a:t>while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(expression or condition);</a:t>
              </a:r>
            </a:p>
            <a:p>
              <a:pPr marL="444500" lvl="1" indent="-444500">
                <a:buFont typeface="Arial" panose="020B0604020202020204" pitchFamily="34" charset="0"/>
                <a:buChar char="•"/>
              </a:pPr>
              <a:r>
                <a:rPr lang="en-AU" sz="3800" dirty="0"/>
                <a:t>Only difference with the </a:t>
              </a:r>
              <a:r>
                <a:rPr lang="en-AU" sz="3800" i="1" dirty="0">
                  <a:solidFill>
                    <a:srgbClr val="7030A0"/>
                  </a:solidFill>
                </a:rPr>
                <a:t>while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dirty="0"/>
                <a:t>statement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dirty="0"/>
                <a:t>is that </a:t>
              </a:r>
              <a:r>
                <a:rPr lang="en-AU" sz="3800" i="1" dirty="0">
                  <a:solidFill>
                    <a:srgbClr val="7030A0"/>
                  </a:solidFill>
                </a:rPr>
                <a:t>do-while</a:t>
              </a:r>
              <a:r>
                <a:rPr lang="en-AU" sz="3800" dirty="0"/>
                <a:t> evaluates the condition </a:t>
              </a:r>
              <a:r>
                <a:rPr lang="en-AU" sz="3800" dirty="0">
                  <a:solidFill>
                    <a:srgbClr val="FF0000"/>
                  </a:solidFill>
                </a:rPr>
                <a:t>after executing </a:t>
              </a:r>
              <a:r>
                <a:rPr lang="en-AU" sz="3800" dirty="0"/>
                <a:t>the statements.</a:t>
              </a:r>
            </a:p>
            <a:p>
              <a:pPr marL="457200" lvl="1" indent="0">
                <a:buFont typeface="Arial"/>
                <a:buNone/>
              </a:pPr>
              <a:endParaRPr lang="en-AU" sz="2400" dirty="0"/>
            </a:p>
          </p:txBody>
        </p:sp>
        <p:pic>
          <p:nvPicPr>
            <p:cNvPr id="11" name="Picture 3" descr="0506sowc copy">
              <a:extLst>
                <a:ext uri="{FF2B5EF4-FFF2-40B4-BE49-F238E27FC236}">
                  <a16:creationId xmlns:a16="http://schemas.microsoft.com/office/drawing/2014/main" id="{CDFA123D-7B70-48D9-9E56-4448B2547E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658" y="2721333"/>
              <a:ext cx="2727665" cy="402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11" descr="0501sowc copy">
              <a:extLst>
                <a:ext uri="{FF2B5EF4-FFF2-40B4-BE49-F238E27FC236}">
                  <a16:creationId xmlns:a16="http://schemas.microsoft.com/office/drawing/2014/main" id="{568EB69E-099C-4A34-A798-8B5E0DB5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9782" y="3954661"/>
              <a:ext cx="2810448" cy="2208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4015DA-325F-4117-816D-1D2F104D3D61}"/>
                </a:ext>
              </a:extLst>
            </p:cNvPr>
            <p:cNvSpPr txBox="1"/>
            <p:nvPr/>
          </p:nvSpPr>
          <p:spPr>
            <a:xfrm>
              <a:off x="6054330" y="3423499"/>
              <a:ext cx="22413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i="1" dirty="0">
                  <a:solidFill>
                    <a:srgbClr val="7030A0"/>
                  </a:solidFill>
                </a:rPr>
                <a:t>while</a:t>
              </a:r>
              <a:r>
                <a:rPr lang="en-AU" sz="2400" dirty="0"/>
                <a:t> Loop Logic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2DD574-D06B-4BEC-8506-50E96C9F4967}"/>
                </a:ext>
              </a:extLst>
            </p:cNvPr>
            <p:cNvSpPr txBox="1"/>
            <p:nvPr/>
          </p:nvSpPr>
          <p:spPr>
            <a:xfrm>
              <a:off x="1173074" y="2284861"/>
              <a:ext cx="2653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i="1" dirty="0">
                  <a:solidFill>
                    <a:srgbClr val="7030A0"/>
                  </a:solidFill>
                </a:rPr>
                <a:t>do-while</a:t>
              </a:r>
              <a:r>
                <a:rPr lang="en-AU" sz="2400" dirty="0"/>
                <a:t> Loop 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44308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476672"/>
            <a:ext cx="5932864" cy="628615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16C31-2346-4203-A605-844A500792FD}"/>
              </a:ext>
            </a:extLst>
          </p:cNvPr>
          <p:cNvSpPr/>
          <p:nvPr/>
        </p:nvSpPr>
        <p:spPr>
          <a:xfrm>
            <a:off x="1187624" y="1351508"/>
            <a:ext cx="65705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00B050"/>
                </a:solidFill>
              </a:rPr>
              <a:t>// Number echo</a:t>
            </a:r>
          </a:p>
          <a:p>
            <a:r>
              <a:rPr lang="en-AU" sz="2000" dirty="0"/>
              <a:t>#include &lt;</a:t>
            </a:r>
            <a:r>
              <a:rPr lang="en-AU" sz="2000" dirty="0" err="1"/>
              <a:t>iostream</a:t>
            </a:r>
            <a:r>
              <a:rPr lang="en-AU" sz="2000" dirty="0"/>
              <a:t>&gt;</a:t>
            </a:r>
          </a:p>
          <a:p>
            <a:r>
              <a:rPr lang="en-AU" sz="2000" dirty="0"/>
              <a:t>using namespace </a:t>
            </a:r>
            <a:r>
              <a:rPr lang="en-AU" sz="2000" dirty="0" err="1"/>
              <a:t>std</a:t>
            </a:r>
            <a:r>
              <a:rPr lang="en-AU" sz="2000" dirty="0"/>
              <a:t>;</a:t>
            </a:r>
          </a:p>
          <a:p>
            <a:r>
              <a:rPr lang="en-AU" sz="2000" dirty="0" err="1"/>
              <a:t>int</a:t>
            </a:r>
            <a:r>
              <a:rPr lang="en-AU" sz="2000" dirty="0"/>
              <a:t> main ()</a:t>
            </a:r>
          </a:p>
          <a:p>
            <a:r>
              <a:rPr lang="en-AU" sz="2000" dirty="0"/>
              <a:t>{</a:t>
            </a:r>
          </a:p>
          <a:p>
            <a:r>
              <a:rPr lang="en-AU" sz="2000" dirty="0"/>
              <a:t>	unsigned long n;</a:t>
            </a:r>
          </a:p>
          <a:p>
            <a:r>
              <a:rPr lang="es-ES_tradnl" sz="2000" dirty="0"/>
              <a:t>	</a:t>
            </a:r>
            <a:r>
              <a:rPr lang="es-ES_tradnl" sz="2000" dirty="0">
                <a:solidFill>
                  <a:srgbClr val="7030A0"/>
                </a:solidFill>
              </a:rPr>
              <a:t>do</a:t>
            </a:r>
            <a:r>
              <a:rPr lang="es-ES_tradnl" sz="2000" dirty="0"/>
              <a:t> {</a:t>
            </a:r>
          </a:p>
          <a:p>
            <a:r>
              <a:rPr lang="es-ES_tradnl" sz="2000" dirty="0"/>
              <a:t>		</a:t>
            </a:r>
            <a:r>
              <a:rPr lang="es-ES_tradnl" sz="2000" dirty="0" err="1"/>
              <a:t>cout</a:t>
            </a:r>
            <a:r>
              <a:rPr lang="es-ES_tradnl" sz="2000" dirty="0"/>
              <a:t> &lt;&lt; "</a:t>
            </a:r>
            <a:r>
              <a:rPr lang="es-ES_tradnl" sz="2000" dirty="0" err="1"/>
              <a:t>Enter</a:t>
            </a:r>
            <a:r>
              <a:rPr lang="es-ES_tradnl" sz="2000" dirty="0"/>
              <a:t> </a:t>
            </a:r>
            <a:r>
              <a:rPr lang="es-ES_tradnl" sz="2000" dirty="0" err="1"/>
              <a:t>number</a:t>
            </a:r>
            <a:r>
              <a:rPr lang="es-ES_tradnl" sz="2000" dirty="0"/>
              <a:t> (0 </a:t>
            </a:r>
            <a:r>
              <a:rPr lang="es-ES_tradnl" sz="2000" dirty="0" err="1"/>
              <a:t>to</a:t>
            </a:r>
            <a:r>
              <a:rPr lang="es-ES_tradnl" sz="2000" dirty="0"/>
              <a:t> </a:t>
            </a:r>
            <a:r>
              <a:rPr lang="es-ES_tradnl" sz="2000" dirty="0" err="1"/>
              <a:t>end</a:t>
            </a:r>
            <a:r>
              <a:rPr lang="es-ES_tradnl" sz="2000" dirty="0"/>
              <a:t>): ";</a:t>
            </a:r>
          </a:p>
          <a:p>
            <a:r>
              <a:rPr lang="es-ES_tradnl" sz="2000" dirty="0"/>
              <a:t>		</a:t>
            </a:r>
            <a:r>
              <a:rPr lang="es-ES_tradnl" sz="2000" dirty="0" err="1"/>
              <a:t>cin</a:t>
            </a:r>
            <a:r>
              <a:rPr lang="es-ES_tradnl" sz="2000" dirty="0"/>
              <a:t> &gt;&gt; n;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cout</a:t>
            </a:r>
            <a:r>
              <a:rPr lang="en-US" sz="2000" dirty="0"/>
              <a:t> &lt;&lt; "You entered: " &lt;&lt; n &lt;&lt; "\n";</a:t>
            </a:r>
          </a:p>
          <a:p>
            <a:r>
              <a:rPr lang="en-US" sz="2000" dirty="0"/>
              <a:t>	} </a:t>
            </a:r>
            <a:r>
              <a:rPr lang="en-US" sz="2000" dirty="0">
                <a:solidFill>
                  <a:srgbClr val="7030A0"/>
                </a:solidFill>
              </a:rPr>
              <a:t>while</a:t>
            </a:r>
            <a:r>
              <a:rPr lang="en-US" sz="2000" dirty="0"/>
              <a:t> (n != 0)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;  </a:t>
            </a:r>
            <a:r>
              <a:rPr lang="en-US" sz="2000" dirty="0">
                <a:solidFill>
                  <a:srgbClr val="FFFF00"/>
                </a:solidFill>
              </a:rPr>
              <a:t>	</a:t>
            </a:r>
            <a:r>
              <a:rPr lang="en-US" sz="2000" dirty="0">
                <a:solidFill>
                  <a:srgbClr val="00B050"/>
                </a:solidFill>
              </a:rPr>
              <a:t>// Must use ;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en-US" sz="2000" dirty="0"/>
              <a:t>	</a:t>
            </a:r>
          </a:p>
          <a:p>
            <a:r>
              <a:rPr lang="en-US" sz="2000" dirty="0"/>
              <a:t>	return 0;</a:t>
            </a:r>
          </a:p>
          <a:p>
            <a:r>
              <a:rPr lang="en-US" sz="2000" dirty="0"/>
              <a:t>}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7402865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548680"/>
            <a:ext cx="6292904" cy="864096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 on </a:t>
            </a:r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do-while</a:t>
            </a:r>
            <a:endParaRPr lang="en-GB" sz="32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B619F47-E520-4490-9626-165187F327D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Loop always executes at least once.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Execution continues as long as the 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is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true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and stops the repetition when the 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becomes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false.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Useful in menu-driven programs to bring user back to menu to make another choice.</a:t>
            </a:r>
          </a:p>
        </p:txBody>
      </p:sp>
    </p:spTree>
    <p:extLst>
      <p:ext uri="{BB962C8B-B14F-4D97-AF65-F5344CB8AC3E}">
        <p14:creationId xmlns:p14="http://schemas.microsoft.com/office/powerpoint/2010/main" val="1602605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54967"/>
            <a:ext cx="6724952" cy="697770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–driven Program</a:t>
            </a:r>
            <a:endParaRPr lang="en-GB" sz="32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96752"/>
            <a:ext cx="8587680" cy="5400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/>
              <a:t>#include &lt;iostream&gt;</a:t>
            </a:r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r>
              <a:rPr lang="en-AU" sz="1600" dirty="0"/>
              <a:t>using namespace std;</a:t>
            </a:r>
          </a:p>
          <a:p>
            <a:pPr marL="0" indent="0">
              <a:buNone/>
            </a:pPr>
            <a:r>
              <a:rPr lang="en-AU" sz="1600" dirty="0"/>
              <a:t> </a:t>
            </a:r>
          </a:p>
          <a:p>
            <a:pPr marL="0" indent="0">
              <a:buNone/>
            </a:pPr>
            <a:r>
              <a:rPr lang="en-AU" sz="1600" dirty="0"/>
              <a:t>int main()</a:t>
            </a:r>
          </a:p>
          <a:p>
            <a:pPr marL="0" indent="0">
              <a:buNone/>
            </a:pPr>
            <a:r>
              <a:rPr lang="en-AU" sz="1600" dirty="0"/>
              <a:t>{</a:t>
            </a:r>
          </a:p>
          <a:p>
            <a:pPr marL="0" indent="0">
              <a:buNone/>
            </a:pPr>
            <a:r>
              <a:rPr lang="en-AU" sz="1600" dirty="0"/>
              <a:t>	int selection;	</a:t>
            </a:r>
            <a:r>
              <a:rPr lang="en-AU" sz="1600" dirty="0">
                <a:solidFill>
                  <a:srgbClr val="00B050"/>
                </a:solidFill>
              </a:rPr>
              <a:t>// Selection variable</a:t>
            </a:r>
          </a:p>
          <a:p>
            <a:pPr marL="0" indent="0">
              <a:buNone/>
            </a:pPr>
            <a:r>
              <a:rPr lang="en-AU" sz="1600" dirty="0"/>
              <a:t> </a:t>
            </a:r>
          </a:p>
          <a:p>
            <a:pPr marL="0" indent="0">
              <a:buNone/>
            </a:pPr>
            <a:r>
              <a:rPr lang="en-AU" sz="1600" dirty="0"/>
              <a:t>	do {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"Please make a selection: \n";	</a:t>
            </a:r>
            <a:r>
              <a:rPr lang="en-AU" sz="1600" dirty="0">
                <a:solidFill>
                  <a:srgbClr val="00B050"/>
                </a:solidFill>
              </a:rPr>
              <a:t>// List menu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"1) Addition\n";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"2) Subtraction\n";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"3) Multiplication\n";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"4) Division\n";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cin</a:t>
            </a:r>
            <a:r>
              <a:rPr lang="en-AU" sz="1600" dirty="0"/>
              <a:t> &gt;&gt; selection;			</a:t>
            </a:r>
            <a:r>
              <a:rPr lang="en-AU" sz="1600" dirty="0">
                <a:solidFill>
                  <a:srgbClr val="00B050"/>
                </a:solidFill>
              </a:rPr>
              <a:t>// Get user menu selection</a:t>
            </a:r>
          </a:p>
          <a:p>
            <a:pPr marL="0" indent="0">
              <a:buNone/>
            </a:pPr>
            <a:r>
              <a:rPr lang="en-AU" sz="1600" dirty="0"/>
              <a:t>	} while (selection != 1 &amp;&amp; selection != 2 &amp;&amp; selection != 3 &amp;&amp; selection != 4);</a:t>
            </a:r>
          </a:p>
          <a:p>
            <a:pPr marL="0" indent="0">
              <a:buNone/>
            </a:pPr>
            <a:r>
              <a:rPr lang="en-US" sz="1600" dirty="0">
                <a:latin typeface="Arial" charset="0"/>
                <a:ea typeface="ヒラギノ角ゴ Pro W3" charset="0"/>
                <a:cs typeface="Arial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B050"/>
                </a:solidFill>
                <a:latin typeface="Arial" charset="0"/>
                <a:ea typeface="ヒラギノ角ゴ Pro W3" charset="0"/>
                <a:cs typeface="Arial" charset="0"/>
              </a:rPr>
              <a:t>	// Do something with the selection here</a:t>
            </a:r>
          </a:p>
          <a:p>
            <a:pPr marL="0" indent="0">
              <a:buNone/>
            </a:pPr>
            <a:endParaRPr lang="en-US" sz="1600" dirty="0">
              <a:latin typeface="Arial" charset="0"/>
              <a:ea typeface="ヒラギノ角ゴ Pro W3" charset="0"/>
              <a:cs typeface="Arial" charset="0"/>
            </a:endParaRPr>
          </a:p>
          <a:p>
            <a:pPr marL="0" indent="0">
              <a:buNone/>
            </a:pPr>
            <a:r>
              <a:rPr lang="en-US" sz="1600" dirty="0">
                <a:latin typeface="Arial" charset="0"/>
                <a:ea typeface="ヒラギノ角ゴ Pro W3" charset="0"/>
                <a:cs typeface="Arial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Arial" charset="0"/>
                <a:ea typeface="ヒラギノ角ゴ Pro W3" charset="0"/>
                <a:cs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99576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354966"/>
            <a:ext cx="5716840" cy="1057809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5.6 – Do while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https://www.learncpp.com/cpp-tutorial/56-do-while-</a:t>
            </a:r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statements/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400855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for</a:t>
            </a:r>
            <a:br>
              <a:rPr lang="en-GB" sz="4400" i="1" dirty="0"/>
            </a:br>
            <a:r>
              <a:rPr lang="en-GB" sz="4400" dirty="0"/>
              <a:t>Iteration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2081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473008"/>
            <a:ext cx="6508928" cy="858044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Statement (loops)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CBE3C3-C788-4CA0-917E-52C5600FFBD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are used to repeat a statement a certain number of times when a condition is met.</a:t>
            </a:r>
          </a:p>
          <a:p>
            <a:r>
              <a:rPr lang="en-AU" dirty="0"/>
              <a:t>There are three types of loops: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while</a:t>
            </a:r>
            <a:r>
              <a:rPr lang="en-AU" dirty="0"/>
              <a:t> loop.</a:t>
            </a:r>
            <a:endParaRPr lang="en-AU" b="1" dirty="0"/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do-while</a:t>
            </a:r>
            <a:r>
              <a:rPr lang="en-AU" dirty="0"/>
              <a:t> loop.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/>
              <a:t> loop. </a:t>
            </a:r>
            <a:r>
              <a:rPr lang="en-AU" b="1" dirty="0"/>
              <a:t>←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5728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354967"/>
            <a:ext cx="6364912" cy="73704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3D9F2D-AD85-4B57-86C1-80960D4A9DD4}"/>
              </a:ext>
            </a:extLst>
          </p:cNvPr>
          <p:cNvSpPr txBox="1">
            <a:spLocks/>
          </p:cNvSpPr>
          <p:nvPr/>
        </p:nvSpPr>
        <p:spPr>
          <a:xfrm>
            <a:off x="323528" y="1227696"/>
            <a:ext cx="8320878" cy="49376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sz="3800" i="1" dirty="0">
                <a:solidFill>
                  <a:srgbClr val="7030A0"/>
                </a:solidFill>
              </a:rPr>
              <a:t>for</a:t>
            </a:r>
            <a:r>
              <a:rPr lang="en-AU" sz="3800" dirty="0"/>
              <a:t> loop is used when we know how many iterations (loops) are required.</a:t>
            </a:r>
          </a:p>
          <a:p>
            <a:pPr algn="just"/>
            <a:r>
              <a:rPr lang="en-AU" sz="3800" dirty="0"/>
              <a:t>Test each expression before each iteration in the </a:t>
            </a:r>
            <a:r>
              <a:rPr lang="en-AU" sz="3800" i="1" dirty="0">
                <a:solidFill>
                  <a:srgbClr val="7030A0"/>
                </a:solidFill>
              </a:rPr>
              <a:t>for</a:t>
            </a:r>
            <a:r>
              <a:rPr lang="en-AU" sz="3800" dirty="0"/>
              <a:t> loop and so, it is known as a pre-test loop similar to </a:t>
            </a:r>
            <a:r>
              <a:rPr lang="en-AU" sz="3800" i="1" dirty="0">
                <a:solidFill>
                  <a:srgbClr val="7030A0"/>
                </a:solidFill>
              </a:rPr>
              <a:t>while</a:t>
            </a:r>
            <a:r>
              <a:rPr lang="en-AU" sz="3800" dirty="0"/>
              <a:t> loop.</a:t>
            </a:r>
          </a:p>
          <a:p>
            <a:pPr lvl="1" algn="just"/>
            <a:r>
              <a:rPr lang="en-AU" sz="3800" dirty="0"/>
              <a:t>Note: </a:t>
            </a:r>
            <a:r>
              <a:rPr lang="en-AU" sz="3800" i="1" dirty="0">
                <a:solidFill>
                  <a:srgbClr val="7030A0"/>
                </a:solidFill>
              </a:rPr>
              <a:t>do-while</a:t>
            </a:r>
            <a:r>
              <a:rPr lang="en-AU" sz="3800" dirty="0"/>
              <a:t> loop is known as a post-test loop, where the statements executed at least once (one iteration) before the expression is checked.</a:t>
            </a:r>
          </a:p>
          <a:p>
            <a:pPr marL="457200" lvl="1" indent="0" algn="just">
              <a:buFont typeface="Arial"/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252082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354967"/>
            <a:ext cx="6436920" cy="697770"/>
          </a:xfrm>
        </p:spPr>
        <p:txBody>
          <a:bodyPr>
            <a:noAutofit/>
          </a:bodyPr>
          <a:lstStyle/>
          <a:p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 Syntax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886CCA-5F85-46FE-B078-EF3910D853E3}"/>
              </a:ext>
            </a:extLst>
          </p:cNvPr>
          <p:cNvSpPr txBox="1">
            <a:spLocks/>
          </p:cNvSpPr>
          <p:nvPr/>
        </p:nvSpPr>
        <p:spPr>
          <a:xfrm>
            <a:off x="365922" y="1190765"/>
            <a:ext cx="8621370" cy="52561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The format is:</a:t>
            </a:r>
          </a:p>
          <a:p>
            <a:pPr marL="457200" lvl="1" indent="0" algn="just">
              <a:buNone/>
            </a:pPr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AU" dirty="0"/>
              <a:t>(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initialisation; expression; increase or decrease</a:t>
            </a:r>
            <a:r>
              <a:rPr lang="en-AU" dirty="0"/>
              <a:t>)</a:t>
            </a:r>
          </a:p>
          <a:p>
            <a:pPr marL="457200" lvl="1" indent="0" algn="just">
              <a:buNone/>
            </a:pPr>
            <a:r>
              <a:rPr lang="en-AU" dirty="0"/>
              <a:t>{ </a:t>
            </a:r>
          </a:p>
          <a:p>
            <a:pPr marL="457200" lvl="1" indent="0" algn="just">
              <a:buNone/>
            </a:pP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	statements</a:t>
            </a:r>
          </a:p>
          <a:p>
            <a:pPr marL="457200" lvl="1" indent="0" algn="just">
              <a:buNone/>
            </a:pPr>
            <a:r>
              <a:rPr lang="en-AU" dirty="0"/>
              <a:t>}</a:t>
            </a:r>
            <a:endParaRPr lang="en-AU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Font typeface="Arial"/>
              <a:buNone/>
            </a:pPr>
            <a:r>
              <a:rPr lang="en-AU" dirty="0"/>
              <a:t>– Note: No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;</a:t>
            </a:r>
            <a:r>
              <a:rPr lang="en-AU" dirty="0"/>
              <a:t> after the )</a:t>
            </a:r>
          </a:p>
          <a:p>
            <a:pPr marL="457200" lvl="1" indent="0">
              <a:buFont typeface="Arial"/>
              <a:buNone/>
            </a:pPr>
            <a:r>
              <a:rPr lang="en-AU" dirty="0"/>
              <a:t>The mechanics:</a:t>
            </a:r>
          </a:p>
          <a:p>
            <a:pPr lvl="1"/>
            <a:r>
              <a:rPr lang="en-AU" dirty="0"/>
              <a:t>Perform initialisation</a:t>
            </a:r>
          </a:p>
          <a:p>
            <a:pPr lvl="1"/>
            <a:r>
              <a:rPr lang="en-AU" dirty="0"/>
              <a:t>Evaluate test expression  </a:t>
            </a:r>
          </a:p>
          <a:p>
            <a:pPr lvl="2"/>
            <a:r>
              <a:rPr lang="en-AU" dirty="0"/>
              <a:t>If true, execute statement</a:t>
            </a:r>
          </a:p>
          <a:p>
            <a:pPr lvl="2"/>
            <a:r>
              <a:rPr lang="en-AU" dirty="0"/>
              <a:t>If false, terminate loop execution</a:t>
            </a:r>
          </a:p>
          <a:p>
            <a:pPr lvl="1"/>
            <a:r>
              <a:rPr lang="en-AU" dirty="0"/>
              <a:t>Execute update, then re-evaluate test expression</a:t>
            </a:r>
          </a:p>
          <a:p>
            <a:pPr marL="457200" lvl="1" indent="0">
              <a:buFont typeface="Arial"/>
              <a:buNone/>
            </a:pP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0C793-64DB-49A8-BE81-E0C5EE898853}"/>
              </a:ext>
            </a:extLst>
          </p:cNvPr>
          <p:cNvGrpSpPr/>
          <p:nvPr/>
        </p:nvGrpSpPr>
        <p:grpSpPr>
          <a:xfrm>
            <a:off x="3275856" y="1698121"/>
            <a:ext cx="1905170" cy="1153857"/>
            <a:chOff x="2211018" y="3581400"/>
            <a:chExt cx="1905170" cy="1153857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F17935CA-98C2-40C6-925E-E6975EC62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6167" y="4278057"/>
              <a:ext cx="930021" cy="457200"/>
            </a:xfrm>
            <a:prstGeom prst="rect">
              <a:avLst/>
            </a:prstGeom>
            <a:noFill/>
            <a:ln w="9525">
              <a:solidFill>
                <a:srgbClr val="00B0F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Test</a:t>
              </a: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6BA177A-AD98-47A1-BB85-F53737A0B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018" y="3581400"/>
              <a:ext cx="1440160" cy="381000"/>
            </a:xfrm>
            <a:prstGeom prst="rect">
              <a:avLst/>
            </a:prstGeom>
            <a:noFill/>
            <a:ln w="28575">
              <a:solidFill>
                <a:srgbClr val="00B0F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>
                <a:solidFill>
                  <a:srgbClr val="00B0F0"/>
                </a:solidFill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556F316-77B0-4777-9072-3CB7101C0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7161" y="3962400"/>
              <a:ext cx="72007" cy="285344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275B77-BF2D-4E9C-8044-E9F11CA52450}"/>
              </a:ext>
            </a:extLst>
          </p:cNvPr>
          <p:cNvGrpSpPr/>
          <p:nvPr/>
        </p:nvGrpSpPr>
        <p:grpSpPr>
          <a:xfrm>
            <a:off x="4788024" y="1698116"/>
            <a:ext cx="3358927" cy="1158323"/>
            <a:chOff x="2096589" y="3547530"/>
            <a:chExt cx="2072239" cy="691388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E8CFE2DB-7F4A-4276-B1EA-746349211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892" y="3963356"/>
              <a:ext cx="783936" cy="27556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Update 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A3DD912B-0B88-4BC3-B653-C5A0EEDED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589" y="3547530"/>
              <a:ext cx="1750816" cy="2274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304C1197-CC11-45C3-86BB-8F93543FE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95860" y="3774942"/>
              <a:ext cx="107119" cy="1884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973310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14" y="354967"/>
            <a:ext cx="6533474" cy="769778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CAF836-3C62-4C41-AC7D-166F270C0768}"/>
              </a:ext>
            </a:extLst>
          </p:cNvPr>
          <p:cNvGrpSpPr/>
          <p:nvPr/>
        </p:nvGrpSpPr>
        <p:grpSpPr>
          <a:xfrm>
            <a:off x="353620" y="1353803"/>
            <a:ext cx="8245611" cy="5064509"/>
            <a:chOff x="353620" y="1353803"/>
            <a:chExt cx="8245611" cy="50645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F562D2-9010-4D0B-96E1-C4393417A5A9}"/>
                </a:ext>
              </a:extLst>
            </p:cNvPr>
            <p:cNvSpPr txBox="1"/>
            <p:nvPr/>
          </p:nvSpPr>
          <p:spPr>
            <a:xfrm>
              <a:off x="353620" y="2965139"/>
              <a:ext cx="16682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b="1" dirty="0"/>
                <a:t>Flowchart</a:t>
              </a:r>
            </a:p>
          </p:txBody>
        </p:sp>
        <p:pic>
          <p:nvPicPr>
            <p:cNvPr id="9" name="Picture 3" descr="0508sowc copy">
              <a:extLst>
                <a:ext uri="{FF2B5EF4-FFF2-40B4-BE49-F238E27FC236}">
                  <a16:creationId xmlns:a16="http://schemas.microsoft.com/office/drawing/2014/main" id="{9143ABF6-416F-4161-8817-807E61070B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720" y="2916958"/>
              <a:ext cx="6533474" cy="3501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C558FA34-9D50-4517-B6BD-9569CCED152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2494" y="1353803"/>
              <a:ext cx="8006737" cy="1611336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solidFill>
                    <a:srgbClr val="7030A0"/>
                  </a:solidFill>
                  <a:latin typeface="Courier New" charset="0"/>
                  <a:ea typeface="ヒラギノ角ゴ Pro W3" charset="0"/>
                  <a:cs typeface="Arial" charset="0"/>
                </a:rPr>
                <a:t>for</a:t>
              </a: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 (int count = 1; count &lt;= 5; count++)</a:t>
              </a:r>
            </a:p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{</a:t>
              </a:r>
            </a:p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	</a:t>
              </a:r>
              <a:r>
                <a:rPr lang="en-US" sz="2400" dirty="0" err="1">
                  <a:latin typeface="Courier New" charset="0"/>
                  <a:ea typeface="ヒラギノ角ゴ Pro W3" charset="0"/>
                  <a:cs typeface="Arial" charset="0"/>
                </a:rPr>
                <a:t>cout</a:t>
              </a: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 &lt;&lt; "Hello" &lt;&lt; </a:t>
              </a:r>
              <a:r>
                <a:rPr lang="en-US" sz="2400" dirty="0" err="1">
                  <a:latin typeface="Courier New" charset="0"/>
                  <a:ea typeface="ヒラギノ角ゴ Pro W3" charset="0"/>
                  <a:cs typeface="Arial" charset="0"/>
                </a:rPr>
                <a:t>endl</a:t>
              </a: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;</a:t>
              </a:r>
            </a:p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5208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0751"/>
            <a:ext cx="6434688" cy="742338"/>
          </a:xfrm>
        </p:spPr>
        <p:txBody>
          <a:bodyPr>
            <a:noAutofit/>
          </a:bodyPr>
          <a:lstStyle/>
          <a:p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 Equivalent</a:t>
            </a:r>
            <a:endParaRPr lang="en-GB" sz="32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2A537F-4513-4D86-9119-578469DD16CC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119999"/>
            <a:ext cx="7848600" cy="13800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for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(int count = 1; count &lt;= 5; count++)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"Hello" &lt;&lt;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endl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 lvl="1" indent="-742950">
              <a:lnSpc>
                <a:spcPct val="85000"/>
              </a:lnSpc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883C3-C675-416F-8F63-986FD3A2801A}"/>
              </a:ext>
            </a:extLst>
          </p:cNvPr>
          <p:cNvSpPr txBox="1"/>
          <p:nvPr/>
        </p:nvSpPr>
        <p:spPr>
          <a:xfrm>
            <a:off x="1403648" y="2941292"/>
            <a:ext cx="5883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i="1" dirty="0">
                <a:solidFill>
                  <a:srgbClr val="7030A0"/>
                </a:solidFill>
              </a:rPr>
              <a:t>for</a:t>
            </a:r>
            <a:r>
              <a:rPr lang="en-AU" sz="2800" b="1" dirty="0"/>
              <a:t> loop is like an advanced </a:t>
            </a:r>
            <a:r>
              <a:rPr lang="en-AU" sz="2800" b="1" i="1" dirty="0">
                <a:solidFill>
                  <a:srgbClr val="7030A0"/>
                </a:solidFill>
              </a:rPr>
              <a:t>while</a:t>
            </a:r>
            <a:r>
              <a:rPr lang="en-AU" sz="2800" b="1" dirty="0"/>
              <a:t> loop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56D2117-70FE-4E65-A3B9-8CF91C9A333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3886200"/>
            <a:ext cx="7428902" cy="2362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count=1;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while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(count &lt;= 5)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"Hello" &lt;&lt;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endl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count++;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3050D1-2EF2-4DFD-BE1A-E044E783EAAB}"/>
              </a:ext>
            </a:extLst>
          </p:cNvPr>
          <p:cNvCxnSpPr>
            <a:cxnSpLocks/>
          </p:cNvCxnSpPr>
          <p:nvPr/>
        </p:nvCxnSpPr>
        <p:spPr>
          <a:xfrm flipH="1" flipV="1">
            <a:off x="1331640" y="2514600"/>
            <a:ext cx="216024" cy="4823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220326-0F82-41AE-9308-0EA2F32EC175}"/>
              </a:ext>
            </a:extLst>
          </p:cNvPr>
          <p:cNvCxnSpPr>
            <a:cxnSpLocks/>
          </p:cNvCxnSpPr>
          <p:nvPr/>
        </p:nvCxnSpPr>
        <p:spPr>
          <a:xfrm flipH="1">
            <a:off x="5724128" y="3389325"/>
            <a:ext cx="216024" cy="4823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374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476671"/>
            <a:ext cx="6436920" cy="727775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Variations using commas</a:t>
            </a:r>
            <a:endParaRPr lang="en-GB" sz="32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3AAFB8D-4850-4C01-AFB4-422C33F9036B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" y="1225744"/>
            <a:ext cx="8610600" cy="5255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Can also have multiple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i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</a:rPr>
              <a:t>nitialisation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and </a:t>
            </a:r>
            <a:r>
              <a:rPr lang="en-US" sz="2800" dirty="0">
                <a:solidFill>
                  <a:srgbClr val="FF6600"/>
                </a:solidFill>
              </a:rPr>
              <a:t>update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expressions. Separate the statements with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commas 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,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: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int x, y;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	for (x=1, y=1; x &lt;= 5; x++, y++)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{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  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x &lt;&lt; " plus " &lt;&lt; y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        &lt;&lt; " equals " &lt;&lt; (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x+y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)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        &lt;&lt;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endl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}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    </a:t>
            </a: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81E720-9B80-4E97-8C4A-7311F15B9AE3}"/>
              </a:ext>
            </a:extLst>
          </p:cNvPr>
          <p:cNvGrpSpPr/>
          <p:nvPr/>
        </p:nvGrpSpPr>
        <p:grpSpPr>
          <a:xfrm>
            <a:off x="2207594" y="2395399"/>
            <a:ext cx="2652438" cy="1088097"/>
            <a:chOff x="2238375" y="2874303"/>
            <a:chExt cx="2652438" cy="1088097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FFB6B4A0-544A-49D9-AF30-94FFB76F0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470" y="2874303"/>
              <a:ext cx="195234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 err="1">
                  <a:solidFill>
                    <a:schemeClr val="accent2">
                      <a:lumMod val="75000"/>
                    </a:schemeClr>
                  </a:solidFill>
                </a:rPr>
                <a:t>Initialisations</a:t>
              </a:r>
              <a:endParaRPr 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76CBC7E-4375-4AAF-A8A4-06B7A4313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8375" y="3657600"/>
              <a:ext cx="1460500" cy="30480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C1DA7976-7CB3-4273-A840-8E129BDB4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8685" y="3331503"/>
              <a:ext cx="175442" cy="24989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F12D92-1C56-4B9D-9213-F847209089DC}"/>
              </a:ext>
            </a:extLst>
          </p:cNvPr>
          <p:cNvGrpSpPr/>
          <p:nvPr/>
        </p:nvGrpSpPr>
        <p:grpSpPr>
          <a:xfrm>
            <a:off x="5470118" y="2468685"/>
            <a:ext cx="2822009" cy="1051349"/>
            <a:chOff x="5469395" y="2834221"/>
            <a:chExt cx="2947432" cy="962362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0A1DD57B-96AF-46B7-B836-C594D04F2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0073" y="2834221"/>
              <a:ext cx="1436754" cy="422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FF6600"/>
                  </a:solidFill>
                </a:rPr>
                <a:t>updates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D0E070AC-B497-490A-89E1-D62363BD3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9395" y="3415583"/>
              <a:ext cx="1524000" cy="381000"/>
            </a:xfrm>
            <a:prstGeom prst="rect">
              <a:avLst/>
            </a:prstGeom>
            <a:noFill/>
            <a:ln w="28575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5065267F-40AA-4758-9D48-900DC9EC3B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88444" y="3256810"/>
              <a:ext cx="150418" cy="157575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914985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53" y="476672"/>
            <a:ext cx="6165180" cy="720080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of Variables</a:t>
            </a:r>
            <a:endParaRPr lang="en-GB" sz="32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4931D55-29B3-42A0-B070-E9D0ED1E779B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255064"/>
            <a:ext cx="8610600" cy="48039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You can declare variables in the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i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nitialisation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expression.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Variable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i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only exist in the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for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loop { … }, not outside of it.</a:t>
            </a:r>
            <a:br>
              <a:rPr lang="en-US" dirty="0">
                <a:latin typeface="Arial" charset="0"/>
                <a:ea typeface="ヒラギノ角ゴ Pro W3" charset="0"/>
                <a:cs typeface="Arial" charset="0"/>
              </a:rPr>
            </a:b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int sum = 0;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for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 (</a:t>
            </a:r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 i = 0; i &lt;= 10; i++)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			sum += i;		</a:t>
            </a:r>
            <a:r>
              <a:rPr lang="en-US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sum = sum + i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br>
              <a:rPr lang="en-US" dirty="0">
                <a:latin typeface="Courier New" charset="0"/>
                <a:ea typeface="ヒラギノ角ゴ Pro W3" charset="0"/>
                <a:cs typeface="Arial" charset="0"/>
              </a:rPr>
            </a:br>
            <a:endParaRPr lang="en-US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430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354966"/>
            <a:ext cx="6148888" cy="1057809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5.7 – For statements</a:t>
            </a:r>
          </a:p>
          <a:p>
            <a:r>
              <a:rPr lang="en-AU" sz="2400" dirty="0"/>
              <a:t>	 </a:t>
            </a:r>
            <a:r>
              <a:rPr lang="en-AU" sz="2400" dirty="0">
                <a:hlinkClick r:id="rId3"/>
              </a:rPr>
              <a:t>https://www.learncpp.com/cpp-tutorial/57-for-</a:t>
            </a:r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statements/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985792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Nested Loops &amp; Exit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3967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354967"/>
            <a:ext cx="6076880" cy="841786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Combining Loops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CA2646-4F8B-4AFC-AF01-69EBEE99C835}"/>
              </a:ext>
            </a:extLst>
          </p:cNvPr>
          <p:cNvSpPr txBox="1">
            <a:spLocks/>
          </p:cNvSpPr>
          <p:nvPr/>
        </p:nvSpPr>
        <p:spPr>
          <a:xfrm>
            <a:off x="683568" y="1412776"/>
            <a:ext cx="8229600" cy="5005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can be combined together (nested loops).</a:t>
            </a:r>
          </a:p>
          <a:p>
            <a:pPr lvl="1"/>
            <a:r>
              <a:rPr lang="en-AU" dirty="0"/>
              <a:t>The statement within a loop can contain another loop:</a:t>
            </a:r>
          </a:p>
          <a:p>
            <a:pPr marL="0" indent="0">
              <a:buNone/>
            </a:pPr>
            <a:r>
              <a:rPr lang="en-AU" dirty="0"/>
              <a:t>int i, j;</a:t>
            </a:r>
          </a:p>
          <a:p>
            <a:pPr marL="0" indent="0">
              <a:buNone/>
            </a:pPr>
            <a:r>
              <a:rPr lang="en-AU" dirty="0">
                <a:solidFill>
                  <a:srgbClr val="7030A0"/>
                </a:solidFill>
              </a:rPr>
              <a:t>for</a:t>
            </a:r>
            <a:r>
              <a:rPr lang="en-AU" dirty="0"/>
              <a:t> (i = 0; i &lt; 4; i++)</a:t>
            </a:r>
          </a:p>
          <a:p>
            <a:pPr marL="0" indent="0">
              <a:buNone/>
            </a:pPr>
            <a:r>
              <a:rPr lang="en-AU" dirty="0"/>
              <a:t>{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for</a:t>
            </a:r>
            <a:r>
              <a:rPr lang="en-AU" dirty="0"/>
              <a:t> (j = 0; j &lt; 4; </a:t>
            </a:r>
            <a:r>
              <a:rPr lang="en-AU" dirty="0" err="1"/>
              <a:t>j++</a:t>
            </a:r>
            <a:r>
              <a:rPr lang="en-AU" dirty="0"/>
              <a:t>)</a:t>
            </a:r>
          </a:p>
          <a:p>
            <a:pPr marL="0" indent="0">
              <a:buNone/>
            </a:pPr>
            <a:r>
              <a:rPr lang="en-AU" dirty="0"/>
              <a:t>	{</a:t>
            </a:r>
          </a:p>
          <a:p>
            <a:pPr marL="0" indent="0">
              <a:buNone/>
            </a:pPr>
            <a:r>
              <a:rPr lang="en-AU" dirty="0"/>
              <a:t>		// statements</a:t>
            </a:r>
          </a:p>
          <a:p>
            <a:pPr marL="0" indent="0">
              <a:buNone/>
            </a:pPr>
            <a:r>
              <a:rPr lang="en-AU" dirty="0"/>
              <a:t>	}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54758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354967"/>
            <a:ext cx="6120680" cy="769778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 Loops</a:t>
            </a:r>
            <a:endParaRPr lang="en-GB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8C9701-AA21-444A-B94A-A75273EE4D1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383623"/>
            <a:ext cx="853596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Inner loop goes through all repetitions for each repetition of outer loop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Inner loop repetitions complete sooner than outer loop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Total number of repetitions for inner loop is the product of number of repetitions of the two loops. </a:t>
            </a:r>
          </a:p>
        </p:txBody>
      </p:sp>
    </p:spTree>
    <p:extLst>
      <p:ext uri="{BB962C8B-B14F-4D97-AF65-F5344CB8AC3E}">
        <p14:creationId xmlns:p14="http://schemas.microsoft.com/office/powerpoint/2010/main" val="29797684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354967"/>
            <a:ext cx="6120680" cy="625761"/>
          </a:xfrm>
        </p:spPr>
        <p:txBody>
          <a:bodyPr>
            <a:noAutofit/>
          </a:bodyPr>
          <a:lstStyle/>
          <a:p>
            <a:r>
              <a:rPr lang="en-AU" sz="32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exit()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3D9F2D-AD85-4B57-86C1-80960D4A9DD4}"/>
              </a:ext>
            </a:extLst>
          </p:cNvPr>
          <p:cNvSpPr txBox="1">
            <a:spLocks/>
          </p:cNvSpPr>
          <p:nvPr/>
        </p:nvSpPr>
        <p:spPr>
          <a:xfrm>
            <a:off x="323528" y="1227696"/>
            <a:ext cx="8320878" cy="1265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sz="3800" dirty="0"/>
              <a:t>Use </a:t>
            </a:r>
            <a:r>
              <a:rPr lang="en-AU" sz="3800" dirty="0">
                <a:solidFill>
                  <a:schemeClr val="accent2"/>
                </a:solidFill>
              </a:rPr>
              <a:t>exit</a:t>
            </a:r>
            <a:r>
              <a:rPr lang="en-AU" sz="3800" dirty="0"/>
              <a:t>(n) to exit the program.</a:t>
            </a:r>
          </a:p>
          <a:p>
            <a:pPr lvl="1" algn="just"/>
            <a:r>
              <a:rPr lang="en-AU" sz="3800" dirty="0"/>
              <a:t> n is a specific exit code:</a:t>
            </a:r>
          </a:p>
          <a:p>
            <a:pPr lvl="2" algn="just"/>
            <a:r>
              <a:rPr lang="en-AU" sz="3400" dirty="0"/>
              <a:t>0 for successful exit.</a:t>
            </a:r>
          </a:p>
          <a:p>
            <a:pPr lvl="2" algn="just"/>
            <a:r>
              <a:rPr lang="en-AU" sz="3400" dirty="0"/>
              <a:t>1 or non-zero number for failure as mentioned below.</a:t>
            </a:r>
          </a:p>
          <a:p>
            <a:pPr marL="457200" lvl="1" indent="0" algn="just">
              <a:buFont typeface="Arial"/>
              <a:buNone/>
            </a:pP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A9CE6-F643-4F46-83C4-7B6AF3A4D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2640472"/>
            <a:ext cx="89535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310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994" y="404664"/>
            <a:ext cx="5905494" cy="648072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F65E6-402C-4C30-B660-7C0F35D72BF9}"/>
              </a:ext>
            </a:extLst>
          </p:cNvPr>
          <p:cNvSpPr/>
          <p:nvPr/>
        </p:nvSpPr>
        <p:spPr>
          <a:xfrm>
            <a:off x="1130026" y="1252875"/>
            <a:ext cx="6798980" cy="5324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AU" sz="2000" dirty="0"/>
              <a:t>#include &lt;</a:t>
            </a:r>
            <a:r>
              <a:rPr lang="en-AU" sz="2000" dirty="0" err="1"/>
              <a:t>iostream</a:t>
            </a:r>
            <a:r>
              <a:rPr lang="en-AU" sz="2000" dirty="0"/>
              <a:t>&gt;</a:t>
            </a:r>
          </a:p>
          <a:p>
            <a:r>
              <a:rPr lang="en-AU" sz="2000" dirty="0"/>
              <a:t>using namespace </a:t>
            </a:r>
            <a:r>
              <a:rPr lang="en-AU" sz="2000" dirty="0" err="1"/>
              <a:t>std</a:t>
            </a:r>
            <a:r>
              <a:rPr lang="en-AU" sz="2000" dirty="0"/>
              <a:t>;</a:t>
            </a:r>
          </a:p>
          <a:p>
            <a:endParaRPr lang="en-AU" sz="2000" dirty="0"/>
          </a:p>
          <a:p>
            <a:r>
              <a:rPr lang="en-AU" sz="2000" dirty="0" err="1"/>
              <a:t>int</a:t>
            </a:r>
            <a:r>
              <a:rPr lang="en-AU" sz="2000" dirty="0"/>
              <a:t> main ()</a:t>
            </a:r>
          </a:p>
          <a:p>
            <a:r>
              <a:rPr lang="en-AU" sz="2000" dirty="0"/>
              <a:t>{</a:t>
            </a:r>
          </a:p>
          <a:p>
            <a:r>
              <a:rPr lang="en-AU" sz="2000" dirty="0"/>
              <a:t>	unsigned long n=1;</a:t>
            </a:r>
          </a:p>
          <a:p>
            <a:r>
              <a:rPr lang="en-AU" sz="2000" dirty="0"/>
              <a:t>	</a:t>
            </a:r>
            <a:r>
              <a:rPr lang="en-AU" sz="2000" dirty="0">
                <a:solidFill>
                  <a:srgbClr val="7030A0"/>
                </a:solidFill>
              </a:rPr>
              <a:t>for</a:t>
            </a:r>
            <a:r>
              <a:rPr lang="en-AU" sz="2000" dirty="0"/>
              <a:t> (n; n&lt;5; n++) </a:t>
            </a:r>
          </a:p>
          <a:p>
            <a:r>
              <a:rPr lang="en-AU" sz="2000" dirty="0"/>
              <a:t>	{</a:t>
            </a:r>
          </a:p>
          <a:p>
            <a:r>
              <a:rPr lang="en-AU" sz="2000" dirty="0"/>
              <a:t>		</a:t>
            </a:r>
            <a:r>
              <a:rPr lang="en-AU" sz="2000" dirty="0" err="1"/>
              <a:t>cout</a:t>
            </a:r>
            <a:r>
              <a:rPr lang="en-AU" sz="2000" dirty="0"/>
              <a:t> &lt;&lt; "hello world\n";</a:t>
            </a:r>
          </a:p>
          <a:p>
            <a:r>
              <a:rPr lang="en-AU" sz="2000" dirty="0"/>
              <a:t>		if(n==2)</a:t>
            </a:r>
          </a:p>
          <a:p>
            <a:r>
              <a:rPr lang="en-AU" sz="2000" dirty="0"/>
              <a:t>		      </a:t>
            </a:r>
            <a:r>
              <a:rPr lang="en-AU" sz="2000">
                <a:solidFill>
                  <a:schemeClr val="accent2"/>
                </a:solidFill>
              </a:rPr>
              <a:t>exit</a:t>
            </a:r>
            <a:r>
              <a:rPr lang="en-AU" sz="2000"/>
              <a:t>(1);</a:t>
            </a:r>
            <a:endParaRPr lang="en-AU" sz="2000" dirty="0"/>
          </a:p>
          <a:p>
            <a:r>
              <a:rPr lang="en-AU" sz="2000" dirty="0"/>
              <a:t>	} </a:t>
            </a:r>
          </a:p>
          <a:p>
            <a:r>
              <a:rPr lang="en-AU" sz="2000" dirty="0"/>
              <a:t>	</a:t>
            </a:r>
          </a:p>
          <a:p>
            <a:r>
              <a:rPr lang="en-AU" sz="2000" dirty="0"/>
              <a:t>	</a:t>
            </a:r>
            <a:r>
              <a:rPr lang="en-AU" sz="2000" dirty="0" err="1"/>
              <a:t>cout</a:t>
            </a:r>
            <a:r>
              <a:rPr lang="en-AU" sz="2000" dirty="0"/>
              <a:t> &lt;&lt; "this is the end of the program.";</a:t>
            </a:r>
          </a:p>
          <a:p>
            <a:r>
              <a:rPr lang="en-AU" sz="2000" dirty="0"/>
              <a:t>	</a:t>
            </a:r>
          </a:p>
          <a:p>
            <a:r>
              <a:rPr lang="en-AU" sz="2000" dirty="0"/>
              <a:t>	return 0;</a:t>
            </a:r>
          </a:p>
          <a:p>
            <a:r>
              <a:rPr lang="en-AU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4967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354967"/>
            <a:ext cx="5616624" cy="841786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2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	cplusplus.com: function exit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https://cplusplus.com/reference/cstdlib/exit/?kw=exit</a:t>
            </a:r>
            <a:endParaRPr lang="en-AU" sz="2400" dirty="0"/>
          </a:p>
          <a:p>
            <a:r>
              <a:rPr lang="en-AU" sz="2400" dirty="0"/>
              <a:t>[3] 	learncpp.com: 5.7 – For statements</a:t>
            </a:r>
          </a:p>
          <a:p>
            <a:r>
              <a:rPr lang="en-AU" sz="2400" dirty="0"/>
              <a:t>	 </a:t>
            </a:r>
            <a:r>
              <a:rPr lang="en-AU" sz="2400" dirty="0">
                <a:hlinkClick r:id="rId4"/>
              </a:rPr>
              <a:t>https://www.learncpp.com/cpp-tutorial/57-for-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statements/</a:t>
            </a:r>
            <a:endParaRPr lang="en-AU" sz="2400" dirty="0"/>
          </a:p>
          <a:p>
            <a:r>
              <a:rPr lang="en-AU" sz="2400" dirty="0"/>
              <a:t>[4]	Exit codes in C/C++ with Examples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https://www.geeksforgeeks.org/exit-codes-in-c-c-with-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examples/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030163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F17EB5-4168-4305-99D9-956F43346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CCC491-AA7A-4808-8B1D-56269EFA3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091A3E-1571-49EC-A6AD-EFC01AE61441}">
  <ds:schemaRefs>
    <ds:schemaRef ds:uri="http://purl.org/dc/terms/"/>
    <ds:schemaRef ds:uri="http://purl.org/dc/elements/1.1/"/>
    <ds:schemaRef ds:uri="http://schemas.microsoft.com/office/2006/metadata/properties"/>
    <ds:schemaRef ds:uri="e124fe43-fe43-4e84-9ab8-c599e4fe2b7b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29821</TotalTime>
  <Words>4109</Words>
  <Application>Microsoft Office PowerPoint</Application>
  <PresentationFormat>On-screen Show (4:3)</PresentationFormat>
  <Paragraphs>691</Paragraphs>
  <Slides>67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82" baseType="lpstr">
      <vt:lpstr>Arial</vt:lpstr>
      <vt:lpstr>Arial Black</vt:lpstr>
      <vt:lpstr>Arial Nova</vt:lpstr>
      <vt:lpstr>Cambria Math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Times New Roman</vt:lpstr>
      <vt:lpstr>1_Office Theme</vt:lpstr>
      <vt:lpstr>Equation</vt:lpstr>
      <vt:lpstr>Assignments and Arithmetic Operators</vt:lpstr>
      <vt:lpstr>Operators</vt:lpstr>
      <vt:lpstr>Assignment (=)</vt:lpstr>
      <vt:lpstr>Multiple Assignments</vt:lpstr>
      <vt:lpstr>Combined Assignment</vt:lpstr>
      <vt:lpstr>Assignments &amp; Arithmetic   Operators</vt:lpstr>
      <vt:lpstr>Arithmetic Operators (+, - , *, /, %)</vt:lpstr>
      <vt:lpstr>Algebraic Expressions</vt:lpstr>
      <vt:lpstr>Compound Assignment</vt:lpstr>
      <vt:lpstr>Compound Assignment</vt:lpstr>
      <vt:lpstr>More info on C++</vt:lpstr>
      <vt:lpstr>Other Common Operators</vt:lpstr>
      <vt:lpstr>Operators</vt:lpstr>
      <vt:lpstr>Relational and Equality Operators</vt:lpstr>
      <vt:lpstr>Logical Operators</vt:lpstr>
      <vt:lpstr>Conditional Operator</vt:lpstr>
      <vt:lpstr>Comma Operator</vt:lpstr>
      <vt:lpstr>Bitwise Operator    (***) </vt:lpstr>
      <vt:lpstr>Type Casting Operator</vt:lpstr>
      <vt:lpstr>Precedence of Operators</vt:lpstr>
      <vt:lpstr>PowerPoint Presentation</vt:lpstr>
      <vt:lpstr>More info on C++</vt:lpstr>
      <vt:lpstr>if Conditional Branch</vt:lpstr>
      <vt:lpstr>Conditional Branches</vt:lpstr>
      <vt:lpstr>if Statement</vt:lpstr>
      <vt:lpstr>Multiple Lines of Code</vt:lpstr>
      <vt:lpstr>Two Conditional Branches</vt:lpstr>
      <vt:lpstr>Multiple Conditional Branches</vt:lpstr>
      <vt:lpstr>Commas in if Statement</vt:lpstr>
      <vt:lpstr>Previous code is equivalent to:</vt:lpstr>
      <vt:lpstr>More info</vt:lpstr>
      <vt:lpstr>switch Conditional Branch</vt:lpstr>
      <vt:lpstr>Conditional Branches</vt:lpstr>
      <vt:lpstr>switch Statement</vt:lpstr>
      <vt:lpstr>switch Statement Format</vt:lpstr>
      <vt:lpstr>break Statement</vt:lpstr>
      <vt:lpstr>Alternative Program</vt:lpstr>
      <vt:lpstr>More info</vt:lpstr>
      <vt:lpstr>while Iteration Statement</vt:lpstr>
      <vt:lpstr>Iteration Statement (loops)</vt:lpstr>
      <vt:lpstr>The while Loop</vt:lpstr>
      <vt:lpstr>Example</vt:lpstr>
      <vt:lpstr>Input validation</vt:lpstr>
      <vt:lpstr>Tips: When to use while</vt:lpstr>
      <vt:lpstr>More info</vt:lpstr>
      <vt:lpstr>do-while Iteration Statement</vt:lpstr>
      <vt:lpstr>Iteration Statement (loops)</vt:lpstr>
      <vt:lpstr>The do-while Loop</vt:lpstr>
      <vt:lpstr>Example</vt:lpstr>
      <vt:lpstr>Notes on do-while</vt:lpstr>
      <vt:lpstr>Menu –driven Program</vt:lpstr>
      <vt:lpstr>More info</vt:lpstr>
      <vt:lpstr>for Iteration Statement</vt:lpstr>
      <vt:lpstr>Iteration Statement (loops)</vt:lpstr>
      <vt:lpstr>The for Loop</vt:lpstr>
      <vt:lpstr>for Loop Syntax</vt:lpstr>
      <vt:lpstr>Example</vt:lpstr>
      <vt:lpstr>while Loop Equivalent</vt:lpstr>
      <vt:lpstr>Variations using commas</vt:lpstr>
      <vt:lpstr>Scope of Variables</vt:lpstr>
      <vt:lpstr>More info</vt:lpstr>
      <vt:lpstr>Nested Loops &amp; Exit Statement</vt:lpstr>
      <vt:lpstr>Combining Loops</vt:lpstr>
      <vt:lpstr>Nested Loops</vt:lpstr>
      <vt:lpstr>exit() Statement</vt:lpstr>
      <vt:lpstr>Example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Assignments and Arithmetic Operators</dc:title>
  <dc:creator>Ram Singh</dc:creator>
  <cp:lastModifiedBy>Upul Gunawardana</cp:lastModifiedBy>
  <cp:revision>502</cp:revision>
  <dcterms:created xsi:type="dcterms:W3CDTF">2018-02-26T21:48:17Z</dcterms:created>
  <dcterms:modified xsi:type="dcterms:W3CDTF">2024-05-14T11:35:18Z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