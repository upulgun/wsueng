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299" r:id="rId9"/>
    <p:sldId id="300" r:id="rId10"/>
    <p:sldId id="301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257FF930-9C00-48F9-A2B3-8F187BCC3D2F}"/>
    <pc:docChg chg="modSld">
      <pc:chgData name="Upul Gunawardana" userId="d78f31a5-8ae7-4659-910b-ce777cc612cd" providerId="ADAL" clId="{257FF930-9C00-48F9-A2B3-8F187BCC3D2F}" dt="2022-05-19T15:01:36.235" v="8" actId="20577"/>
      <pc:docMkLst>
        <pc:docMk/>
      </pc:docMkLst>
      <pc:sldChg chg="modSp mod">
        <pc:chgData name="Upul Gunawardana" userId="d78f31a5-8ae7-4659-910b-ce777cc612cd" providerId="ADAL" clId="{257FF930-9C00-48F9-A2B3-8F187BCC3D2F}" dt="2022-05-19T15:01:36.235" v="8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257FF930-9C00-48F9-A2B3-8F187BCC3D2F}" dt="2022-05-19T15:01:36.235" v="8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contro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53-switch-stat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switch</a:t>
            </a:r>
            <a:r>
              <a:rPr lang="en-GB" sz="4400" dirty="0"/>
              <a:t> Conditional Branch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Branches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dirty="0"/>
              <a:t>Defined as a condition that causes the program to change the path of execution based on the value of an expression.</a:t>
            </a:r>
          </a:p>
          <a:p>
            <a:pPr algn="just"/>
            <a:r>
              <a:rPr lang="en-AU" dirty="0"/>
              <a:t>Forms of conditional branches:</a:t>
            </a:r>
          </a:p>
          <a:p>
            <a:pPr lvl="1" algn="just"/>
            <a:r>
              <a:rPr lang="en-AU" i="1" dirty="0">
                <a:solidFill>
                  <a:srgbClr val="7030A0"/>
                </a:solidFill>
              </a:rPr>
              <a:t>if</a:t>
            </a:r>
            <a:r>
              <a:rPr lang="en-AU" dirty="0"/>
              <a:t> statement.</a:t>
            </a:r>
          </a:p>
          <a:p>
            <a:pPr lvl="1" algn="just"/>
            <a:r>
              <a:rPr lang="en-AU" i="1" dirty="0">
                <a:solidFill>
                  <a:srgbClr val="7030A0"/>
                </a:solidFill>
              </a:rPr>
              <a:t>switch</a:t>
            </a:r>
            <a:r>
              <a:rPr lang="en-AU" dirty="0"/>
              <a:t> statement. ←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7970D7C-EA5A-4978-8FA2-466F0E52771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 is a natural choice for menu-driven program: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display the menu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then, get the user's menu selection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user input as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in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menu choices as 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expr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in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case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statements</a:t>
            </a:r>
          </a:p>
          <a:p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if-else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can be used in place of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 Format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810FF1E-7DB4-4441-9E89-3DE42BF6F887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1556792"/>
            <a:ext cx="670708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" charset="0"/>
              <a:buNone/>
            </a:pPr>
            <a:r>
              <a:rPr lang="en-US" sz="28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 (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) //integer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{                   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buFont typeface="Times" charset="0"/>
              <a:buNone/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case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exp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1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: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1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case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exp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2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: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2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...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case </a:t>
            </a:r>
            <a:r>
              <a:rPr lang="en-US" sz="2800" i="1" dirty="0" err="1">
                <a:latin typeface="Courier New" charset="0"/>
                <a:ea typeface="ヒラギノ角ゴ Pro W3" charset="0"/>
                <a:cs typeface="Arial" charset="0"/>
              </a:rPr>
              <a:t>exp</a:t>
            </a:r>
            <a:r>
              <a:rPr lang="en-US" sz="2800" b="1" i="1" dirty="0" err="1">
                <a:latin typeface="Courier New" charset="0"/>
                <a:ea typeface="ヒラギノ角ゴ Pro W3" charset="0"/>
                <a:cs typeface="Arial" charset="0"/>
              </a:rPr>
              <a:t>n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: </a:t>
            </a:r>
            <a:r>
              <a:rPr lang="en-US" sz="2800" i="1" dirty="0" err="1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 err="1">
                <a:latin typeface="Courier New" charset="0"/>
                <a:ea typeface="ヒラギノ角ゴ Pro W3" charset="0"/>
                <a:cs typeface="Arial" charset="0"/>
              </a:rPr>
              <a:t>n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default:  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n+1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294688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Used to exit a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If it is left out, the program "falls through" the remaining statements in the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Example: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(n) {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  case ’a':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”a has been given.\n";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break;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  case ’b':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”b has been given.\n";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break;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default: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AU">
                <a:latin typeface="Courier New" panose="02070309020205020404" pitchFamily="49" charset="0"/>
                <a:cs typeface="Courier New" panose="02070309020205020404" pitchFamily="49" charset="0"/>
              </a:rPr>
              <a:t>unknown character!\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break;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Program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294688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if - else if - else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 as an alternative to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: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Example: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(n == ‘a’)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”a has been given.\n";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(n == ’b’)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”b has been given.\n";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"unknown character!\n";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5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5.3 – Switch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https://www.learncpp.com/cpp-tutorial/53-switch-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5F697A-D0F9-4FCC-A85E-D4FE7431466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DCEF4E1-94C8-433D-8387-674EA76FF3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7B49EB-D4E6-438B-9144-B3EC22D67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27054</TotalTime>
  <Words>345</Words>
  <Application>Microsoft Office PowerPoint</Application>
  <PresentationFormat>On-screen Show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switch Conditional Branch</vt:lpstr>
      <vt:lpstr>Conditional Branches</vt:lpstr>
      <vt:lpstr>switch Statement</vt:lpstr>
      <vt:lpstr>switch Statement Format</vt:lpstr>
      <vt:lpstr>break Statement</vt:lpstr>
      <vt:lpstr>Alternative Program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4 - switch Conditional Branch</dc:title>
  <dc:creator>Ram Singh</dc:creator>
  <cp:lastModifiedBy>Upul Gunawardana</cp:lastModifiedBy>
  <cp:revision>532</cp:revision>
  <dcterms:created xsi:type="dcterms:W3CDTF">2018-02-26T21:48:17Z</dcterms:created>
  <dcterms:modified xsi:type="dcterms:W3CDTF">2022-05-19T15:01:38Z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