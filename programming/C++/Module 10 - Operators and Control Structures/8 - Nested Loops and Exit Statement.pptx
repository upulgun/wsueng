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304" r:id="rId8"/>
    <p:sldId id="296" r:id="rId9"/>
    <p:sldId id="302" r:id="rId10"/>
    <p:sldId id="29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93" d="100"/>
          <a:sy n="93" d="100"/>
        </p:scale>
        <p:origin x="84" y="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71767290-46A9-4D03-9E69-C01218D67532}"/>
    <pc:docChg chg="modSld">
      <pc:chgData name="Upul Gunawardana" userId="d78f31a5-8ae7-4659-910b-ce777cc612cd" providerId="ADAL" clId="{71767290-46A9-4D03-9E69-C01218D67532}" dt="2022-05-19T15:09:24.845" v="8" actId="20577"/>
      <pc:docMkLst>
        <pc:docMk/>
      </pc:docMkLst>
      <pc:sldChg chg="modSp mod">
        <pc:chgData name="Upul Gunawardana" userId="d78f31a5-8ae7-4659-910b-ce777cc612cd" providerId="ADAL" clId="{71767290-46A9-4D03-9E69-C01218D67532}" dt="2022-05-19T15:09:24.845" v="8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71767290-46A9-4D03-9E69-C01218D67532}" dt="2022-05-19T15:09:24.845" v="8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5/20/2022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doc/tutorial/control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exit-codes-in-c-c-with-examples/" TargetMode="External"/><Relationship Id="rId5" Type="http://schemas.openxmlformats.org/officeDocument/2006/relationships/hyperlink" Target="https://www.learncpp.com/cpp-tutorial/57-for-statements/" TargetMode="External"/><Relationship Id="rId4" Type="http://schemas.openxmlformats.org/officeDocument/2006/relationships/hyperlink" Target="https://cplusplus.com/reference/cstdlib/exit/?kw=ex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Nested Loops &amp; Exit Statement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Combining Loops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BCA2646-4F8B-4AFC-AF01-69EBEE99C835}"/>
              </a:ext>
            </a:extLst>
          </p:cNvPr>
          <p:cNvSpPr txBox="1">
            <a:spLocks/>
          </p:cNvSpPr>
          <p:nvPr/>
        </p:nvSpPr>
        <p:spPr>
          <a:xfrm>
            <a:off x="683568" y="1412776"/>
            <a:ext cx="8229600" cy="50055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Loops can be combined together (nested loops).</a:t>
            </a:r>
          </a:p>
          <a:p>
            <a:pPr lvl="1"/>
            <a:r>
              <a:rPr lang="en-AU" dirty="0"/>
              <a:t>The statement within a loop can contain another loop:</a:t>
            </a:r>
          </a:p>
          <a:p>
            <a:pPr marL="0" indent="0">
              <a:buNone/>
            </a:pPr>
            <a:r>
              <a:rPr lang="en-AU" dirty="0"/>
              <a:t>int i, j;</a:t>
            </a:r>
          </a:p>
          <a:p>
            <a:pPr marL="0" indent="0">
              <a:buNone/>
            </a:pPr>
            <a:r>
              <a:rPr lang="en-AU" dirty="0">
                <a:solidFill>
                  <a:srgbClr val="7030A0"/>
                </a:solidFill>
              </a:rPr>
              <a:t>for</a:t>
            </a:r>
            <a:r>
              <a:rPr lang="en-AU" dirty="0"/>
              <a:t> (i = 0; i &lt; 4; i++)</a:t>
            </a:r>
          </a:p>
          <a:p>
            <a:pPr marL="0" indent="0">
              <a:buNone/>
            </a:pPr>
            <a:r>
              <a:rPr lang="en-AU" dirty="0"/>
              <a:t>{</a:t>
            </a:r>
          </a:p>
          <a:p>
            <a:pPr marL="0" indent="0">
              <a:buNone/>
            </a:pPr>
            <a:r>
              <a:rPr lang="en-AU" dirty="0"/>
              <a:t>	</a:t>
            </a:r>
            <a:r>
              <a:rPr lang="en-AU" dirty="0">
                <a:solidFill>
                  <a:srgbClr val="7030A0"/>
                </a:solidFill>
              </a:rPr>
              <a:t>for</a:t>
            </a:r>
            <a:r>
              <a:rPr lang="en-AU" dirty="0"/>
              <a:t> (j = 0; j &lt; 4; </a:t>
            </a:r>
            <a:r>
              <a:rPr lang="en-AU" dirty="0" err="1"/>
              <a:t>j++</a:t>
            </a:r>
            <a:r>
              <a:rPr lang="en-AU" dirty="0"/>
              <a:t>)</a:t>
            </a:r>
          </a:p>
          <a:p>
            <a:pPr marL="0" indent="0">
              <a:buNone/>
            </a:pPr>
            <a:r>
              <a:rPr lang="en-AU" dirty="0"/>
              <a:t>	{</a:t>
            </a:r>
          </a:p>
          <a:p>
            <a:pPr marL="0" indent="0">
              <a:buNone/>
            </a:pPr>
            <a:r>
              <a:rPr lang="en-AU" dirty="0"/>
              <a:t>		// statements</a:t>
            </a:r>
          </a:p>
          <a:p>
            <a:pPr marL="0" indent="0">
              <a:buNone/>
            </a:pPr>
            <a:r>
              <a:rPr lang="en-AU" dirty="0"/>
              <a:t>	}</a:t>
            </a:r>
          </a:p>
          <a:p>
            <a:pPr marL="0" indent="0">
              <a:buNone/>
            </a:pPr>
            <a:r>
              <a:rPr lang="en-AU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Nested Loops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308C9701-AA21-444A-B94A-A75273EE4D19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383623"/>
            <a:ext cx="853596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Inner loop goes through all repetitions for each repetition of outer loop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Inner loop repetitions complete sooner than outer loop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Total number of repetitions for inner loop is the product of number of repetitions of the two loops. </a:t>
            </a:r>
          </a:p>
        </p:txBody>
      </p:sp>
    </p:spTree>
    <p:extLst>
      <p:ext uri="{BB962C8B-B14F-4D97-AF65-F5344CB8AC3E}">
        <p14:creationId xmlns:p14="http://schemas.microsoft.com/office/powerpoint/2010/main" val="2979768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exit()</a:t>
            </a:r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Statement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83D9F2D-AD85-4B57-86C1-80960D4A9DD4}"/>
              </a:ext>
            </a:extLst>
          </p:cNvPr>
          <p:cNvSpPr txBox="1">
            <a:spLocks/>
          </p:cNvSpPr>
          <p:nvPr/>
        </p:nvSpPr>
        <p:spPr>
          <a:xfrm>
            <a:off x="323528" y="1227696"/>
            <a:ext cx="8320878" cy="1265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AU" sz="3800" dirty="0"/>
              <a:t>Use </a:t>
            </a:r>
            <a:r>
              <a:rPr lang="en-AU" sz="3800" dirty="0">
                <a:solidFill>
                  <a:schemeClr val="accent2"/>
                </a:solidFill>
              </a:rPr>
              <a:t>exit</a:t>
            </a:r>
            <a:r>
              <a:rPr lang="en-AU" sz="3800" dirty="0"/>
              <a:t>(n) to exit the program.</a:t>
            </a:r>
          </a:p>
          <a:p>
            <a:pPr lvl="1" algn="just"/>
            <a:r>
              <a:rPr lang="en-AU" sz="3800" dirty="0"/>
              <a:t> n is a specific exit code:</a:t>
            </a:r>
          </a:p>
          <a:p>
            <a:pPr lvl="2" algn="just"/>
            <a:r>
              <a:rPr lang="en-AU" sz="3400" dirty="0"/>
              <a:t>0 for successful exit.</a:t>
            </a:r>
          </a:p>
          <a:p>
            <a:pPr lvl="2" algn="just"/>
            <a:r>
              <a:rPr lang="en-AU" sz="3400" dirty="0"/>
              <a:t>1 or non-zero number for failure as mentioned below.</a:t>
            </a:r>
          </a:p>
          <a:p>
            <a:pPr marL="457200" lvl="1" indent="0" algn="just">
              <a:buFont typeface="Arial"/>
              <a:buNone/>
            </a:pPr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5A9CE6-F643-4F46-83C4-7B6AF3A4D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2640472"/>
            <a:ext cx="895350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05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95F65E6-402C-4C30-B660-7C0F35D72BF9}"/>
              </a:ext>
            </a:extLst>
          </p:cNvPr>
          <p:cNvSpPr/>
          <p:nvPr/>
        </p:nvSpPr>
        <p:spPr>
          <a:xfrm>
            <a:off x="1130026" y="1252875"/>
            <a:ext cx="6798980" cy="53245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AU" sz="2000" dirty="0"/>
              <a:t>#include &lt;</a:t>
            </a:r>
            <a:r>
              <a:rPr lang="en-AU" sz="2000" dirty="0" err="1"/>
              <a:t>iostream</a:t>
            </a:r>
            <a:r>
              <a:rPr lang="en-AU" sz="2000" dirty="0"/>
              <a:t>&gt;</a:t>
            </a:r>
          </a:p>
          <a:p>
            <a:r>
              <a:rPr lang="en-AU" sz="2000" dirty="0"/>
              <a:t>using namespace </a:t>
            </a:r>
            <a:r>
              <a:rPr lang="en-AU" sz="2000" dirty="0" err="1"/>
              <a:t>std</a:t>
            </a:r>
            <a:r>
              <a:rPr lang="en-AU" sz="2000" dirty="0"/>
              <a:t>;</a:t>
            </a:r>
          </a:p>
          <a:p>
            <a:endParaRPr lang="en-AU" sz="2000" dirty="0"/>
          </a:p>
          <a:p>
            <a:r>
              <a:rPr lang="en-AU" sz="2000" dirty="0" err="1"/>
              <a:t>int</a:t>
            </a:r>
            <a:r>
              <a:rPr lang="en-AU" sz="2000" dirty="0"/>
              <a:t> main ()</a:t>
            </a:r>
          </a:p>
          <a:p>
            <a:r>
              <a:rPr lang="en-AU" sz="2000" dirty="0"/>
              <a:t>{</a:t>
            </a:r>
          </a:p>
          <a:p>
            <a:r>
              <a:rPr lang="en-AU" sz="2000" dirty="0"/>
              <a:t>	unsigned long n=1;</a:t>
            </a:r>
          </a:p>
          <a:p>
            <a:r>
              <a:rPr lang="en-AU" sz="2000" dirty="0"/>
              <a:t>	</a:t>
            </a:r>
            <a:r>
              <a:rPr lang="en-AU" sz="2000" dirty="0">
                <a:solidFill>
                  <a:srgbClr val="7030A0"/>
                </a:solidFill>
              </a:rPr>
              <a:t>for</a:t>
            </a:r>
            <a:r>
              <a:rPr lang="en-AU" sz="2000" dirty="0"/>
              <a:t> (n; n&lt;5; n++) </a:t>
            </a:r>
          </a:p>
          <a:p>
            <a:r>
              <a:rPr lang="en-AU" sz="2000" dirty="0"/>
              <a:t>	{</a:t>
            </a:r>
          </a:p>
          <a:p>
            <a:r>
              <a:rPr lang="en-AU" sz="2000" dirty="0"/>
              <a:t>		</a:t>
            </a:r>
            <a:r>
              <a:rPr lang="en-AU" sz="2000" dirty="0" err="1"/>
              <a:t>cout</a:t>
            </a:r>
            <a:r>
              <a:rPr lang="en-AU" sz="2000" dirty="0"/>
              <a:t> &lt;&lt; "hello world\n";</a:t>
            </a:r>
          </a:p>
          <a:p>
            <a:r>
              <a:rPr lang="en-AU" sz="2000" dirty="0"/>
              <a:t>		if(n==2)</a:t>
            </a:r>
          </a:p>
          <a:p>
            <a:r>
              <a:rPr lang="en-AU" sz="2000" dirty="0"/>
              <a:t>		      </a:t>
            </a:r>
            <a:r>
              <a:rPr lang="en-AU" sz="2000">
                <a:solidFill>
                  <a:schemeClr val="accent2"/>
                </a:solidFill>
              </a:rPr>
              <a:t>exit</a:t>
            </a:r>
            <a:r>
              <a:rPr lang="en-AU" sz="2000"/>
              <a:t>(1);</a:t>
            </a:r>
            <a:endParaRPr lang="en-AU" sz="2000" dirty="0"/>
          </a:p>
          <a:p>
            <a:r>
              <a:rPr lang="en-AU" sz="2000" dirty="0"/>
              <a:t>	} </a:t>
            </a:r>
          </a:p>
          <a:p>
            <a:r>
              <a:rPr lang="en-AU" sz="2000" dirty="0"/>
              <a:t>	</a:t>
            </a:r>
          </a:p>
          <a:p>
            <a:r>
              <a:rPr lang="en-AU" sz="2000" dirty="0"/>
              <a:t>	</a:t>
            </a:r>
            <a:r>
              <a:rPr lang="en-AU" sz="2000" dirty="0" err="1"/>
              <a:t>cout</a:t>
            </a:r>
            <a:r>
              <a:rPr lang="en-AU" sz="2000" dirty="0"/>
              <a:t> &lt;&lt; "this is the end of the program.";</a:t>
            </a:r>
          </a:p>
          <a:p>
            <a:r>
              <a:rPr lang="en-AU" sz="2000" dirty="0"/>
              <a:t>	</a:t>
            </a:r>
          </a:p>
          <a:p>
            <a:r>
              <a:rPr lang="en-AU" sz="2000" dirty="0"/>
              <a:t>	return 0;</a:t>
            </a:r>
          </a:p>
          <a:p>
            <a:r>
              <a:rPr lang="en-AU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331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Statements and flow control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https://cplusplus.com/doc/tutorial/control/</a:t>
            </a:r>
            <a:endParaRPr lang="en-AU" sz="2400" dirty="0"/>
          </a:p>
          <a:p>
            <a:r>
              <a:rPr lang="en-AU" sz="2400" dirty="0"/>
              <a:t>[2]	cplusplus.com: function exit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https://cplusplus.com/reference/cstdlib/exit/?kw=exit</a:t>
            </a:r>
            <a:endParaRPr lang="en-AU" sz="2400" dirty="0"/>
          </a:p>
          <a:p>
            <a:r>
              <a:rPr lang="en-AU" sz="2400" dirty="0"/>
              <a:t>[3] 	learncpp.com: 5.7 – For statements</a:t>
            </a:r>
          </a:p>
          <a:p>
            <a:r>
              <a:rPr lang="en-AU" sz="2400" dirty="0"/>
              <a:t>	 </a:t>
            </a:r>
            <a:r>
              <a:rPr lang="en-AU" sz="2400" dirty="0">
                <a:hlinkClick r:id="rId5"/>
              </a:rPr>
              <a:t>https://www.learncpp.com/cpp-tutorial/57-for-</a:t>
            </a:r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statements/</a:t>
            </a:r>
            <a:endParaRPr lang="en-AU" sz="2400" dirty="0"/>
          </a:p>
          <a:p>
            <a:r>
              <a:rPr lang="en-AU" sz="2400" dirty="0"/>
              <a:t>[4]	Exit codes in C/C++ with Examples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https://www.geeksforgeeks.org/exit-codes-in-c-c-with-</a:t>
            </a:r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examples/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F27849-BC81-41D0-BC7D-3AB991F5FD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4E5CB9-04B5-467A-A87E-C0141757F0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8B8CBAA-87F2-4B78-84E7-F5458F76980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27536</TotalTime>
  <Words>344</Words>
  <Application>Microsoft Office PowerPoint</Application>
  <PresentationFormat>On-screen Show (4:3)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Arial Black</vt:lpstr>
      <vt:lpstr>Calibri</vt:lpstr>
      <vt:lpstr>Chronicle Text G1</vt:lpstr>
      <vt:lpstr>Chronicle Text G1 Roman</vt:lpstr>
      <vt:lpstr>Gotham Narrow</vt:lpstr>
      <vt:lpstr>Gotham Narrow Bold</vt:lpstr>
      <vt:lpstr>Gotham Narrow Book</vt:lpstr>
      <vt:lpstr>Gotham Narrow Light</vt:lpstr>
      <vt:lpstr>Office Theme</vt:lpstr>
      <vt:lpstr>1_Office Theme</vt:lpstr>
      <vt:lpstr>Nested Loops &amp; Exit Statement</vt:lpstr>
      <vt:lpstr>Combining Loops</vt:lpstr>
      <vt:lpstr>Nested Loops</vt:lpstr>
      <vt:lpstr>exit() Statement</vt:lpstr>
      <vt:lpstr>Example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8 - Nested Loops and Exit Statement</dc:title>
  <dc:creator>Ram Singh</dc:creator>
  <cp:lastModifiedBy>Upul Gunawardana</cp:lastModifiedBy>
  <cp:revision>616</cp:revision>
  <dcterms:created xsi:type="dcterms:W3CDTF">2018-02-26T21:48:17Z</dcterms:created>
  <dcterms:modified xsi:type="dcterms:W3CDTF">2022-05-19T15:09:29Z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